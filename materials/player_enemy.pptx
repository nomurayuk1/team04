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① Player（自機）仕様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914400"/>
            <a:ext cx="457200" cy="457200"/>
          </a:xfrm>
          <a:prstGeom prst="ellipse">
            <a:avLst/>
          </a:prstGeom>
          <a:solidFill>
            <a:srgbClr val="28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概要</a:t>
            </a:r>
          </a:p>
          <a:p>
            <a:pPr>
              <a:defRPr sz="2000"/>
            </a:pPr>
            <a:r>
              <a:t>・プレイヤーが操作するキャラクター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仕様</a:t>
            </a:r>
          </a:p>
          <a:p>
            <a:pPr>
              <a:defRPr sz="2000"/>
            </a:pPr>
            <a:r>
              <a:t>・矢印キーで上下左右へ移動</a:t>
            </a:r>
          </a:p>
          <a:p>
            <a:pPr>
              <a:defRPr sz="2000"/>
            </a:pPr>
            <a:r>
              <a:t>・壁は通れない</a:t>
            </a:r>
          </a:p>
          <a:p>
            <a:pPr>
              <a:defRPr sz="2000"/>
            </a:pPr>
            <a:r>
              <a:t>・宝を回収できる</a:t>
            </a:r>
          </a:p>
          <a:p>
            <a:pPr>
              <a:defRPr sz="2000"/>
            </a:pPr>
            <a:r>
              <a:t>・アイテムを使用できる(Eキー)</a:t>
            </a:r>
          </a:p>
          <a:p>
            <a:pPr>
              <a:defRPr sz="2000"/>
            </a:pPr>
            <a:r>
              <a:t>・敵に触れるとゲームオーバー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移動</a:t>
            </a:r>
          </a:p>
          <a:p>
            <a:pPr>
              <a:defRPr sz="1800"/>
            </a:pPr>
            <a:r>
              <a:t>   ↑</a:t>
            </a:r>
          </a:p>
          <a:p>
            <a:pPr>
              <a:defRPr sz="1800"/>
            </a:pPr>
            <a:r>
              <a:t>← P →</a:t>
            </a:r>
          </a:p>
          <a:p>
            <a:pPr>
              <a:defRPr sz="1800"/>
            </a:pPr>
            <a:r>
              <a:t>   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② Enemy（敵）仕様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914400"/>
            <a:ext cx="457200" cy="457200"/>
          </a:xfrm>
          <a:prstGeom prst="ellipse">
            <a:avLst/>
          </a:prstGeom>
          <a:solidFill>
            <a:srgbClr val="D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概要</a:t>
            </a:r>
          </a:p>
          <a:p>
            <a:pPr>
              <a:defRPr sz="2000"/>
            </a:pPr>
            <a:r>
              <a:t>・プレイヤーの行動を妨害する敵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仕様</a:t>
            </a:r>
          </a:p>
          <a:p>
            <a:pPr>
              <a:defRPr sz="2000"/>
            </a:pPr>
            <a:r>
              <a:t>・一定速度で巡回</a:t>
            </a:r>
          </a:p>
          <a:p>
            <a:pPr>
              <a:defRPr sz="2000"/>
            </a:pPr>
            <a:r>
              <a:t>・壁は通れない</a:t>
            </a:r>
          </a:p>
          <a:p>
            <a:pPr>
              <a:defRPr sz="2000"/>
            </a:pPr>
            <a:r>
              <a:t>・プレイヤーに接触するとゲームオーバー</a:t>
            </a:r>
          </a:p>
          <a:p>
            <a:pPr>
              <a:defRPr sz="2000"/>
            </a:pPr>
            <a:r>
              <a:t>・ステージが進むと敵数が増える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巡回</a:t>
            </a:r>
          </a:p>
          <a:p>
            <a:pPr>
              <a:defRPr sz="1800"/>
            </a:pPr>
            <a:r>
              <a:t>→ → ↓ ← ← 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③ 当たり判定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88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19019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1828800"/>
            <a:ext cx="457200" cy="457200"/>
          </a:xfrm>
          <a:prstGeom prst="ellipse">
            <a:avLst/>
          </a:prstGeom>
          <a:solidFill>
            <a:srgbClr val="D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19019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2296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Player と Enemy が接触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ゲームオーバー画面へ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（ライフ制ではなく一度触れると終了）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④ 動作フロー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ゲーム開始</a:t>
            </a:r>
          </a:p>
          <a:p>
            <a:pPr>
              <a:defRPr sz="2200"/>
            </a:pPr>
            <a:r>
              <a:t> ↓</a:t>
            </a:r>
          </a:p>
          <a:p>
            <a:pPr>
              <a:defRPr sz="2200"/>
            </a:pPr>
            <a:r>
              <a:t>Player移動</a:t>
            </a:r>
          </a:p>
          <a:p>
            <a:pPr>
              <a:defRPr sz="2200"/>
            </a:pPr>
            <a:r>
              <a:t> ↓</a:t>
            </a:r>
          </a:p>
          <a:p>
            <a:pPr>
              <a:defRPr sz="2200"/>
            </a:pPr>
            <a:r>
              <a:t>Enemy巡回</a:t>
            </a:r>
          </a:p>
          <a:p>
            <a:pPr>
              <a:defRPr sz="2200"/>
            </a:pPr>
            <a:r>
              <a:t> ↓</a:t>
            </a:r>
          </a:p>
          <a:p>
            <a:pPr>
              <a:defRPr sz="2200"/>
            </a:pPr>
            <a:r>
              <a:t>接触？</a:t>
            </a:r>
          </a:p>
          <a:p>
            <a:pPr>
              <a:defRPr sz="2200"/>
            </a:pPr>
            <a:r>
              <a:t> ├ Yes → Game Over</a:t>
            </a:r>
          </a:p>
          <a:p>
            <a:pPr>
              <a:defRPr sz="2200"/>
            </a:pPr>
            <a:r>
              <a:t> └ No → 宝を回収</a:t>
            </a:r>
          </a:p>
          <a:p>
            <a:pPr>
              <a:defRPr sz="2200"/>
            </a:pPr>
            <a:r>
              <a:t> ↓</a:t>
            </a:r>
          </a:p>
          <a:p>
            <a:pPr>
              <a:defRPr sz="2200"/>
            </a:pPr>
            <a:r>
              <a:t>宝をすべて回収</a:t>
            </a:r>
          </a:p>
          <a:p>
            <a:pPr>
              <a:defRPr sz="2200"/>
            </a:pPr>
            <a:r>
              <a:t> ↓</a:t>
            </a:r>
          </a:p>
          <a:p>
            <a:pPr>
              <a:defRPr sz="2200"/>
            </a:pPr>
            <a:r>
              <a:t>Game Clear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</Words>
  <Application>Microsoft Office PowerPoint</Application>
  <PresentationFormat>ユーザー設定</PresentationFormat>
  <Paragraphs>51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TAKEMURA Moto</cp:lastModifiedBy>
  <cp:revision>2</cp:revision>
  <dcterms:created xsi:type="dcterms:W3CDTF">2013-01-27T09:14:16Z</dcterms:created>
  <dcterms:modified xsi:type="dcterms:W3CDTF">2026-07-01T03:56:49Z</dcterms:modified>
  <cp:category/>
</cp:coreProperties>
</file>