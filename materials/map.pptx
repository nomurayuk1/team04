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3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A64C3-A488-44CE-A3F3-A08F41D23068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BB364-F735-42FF-8F06-BCF5AE141D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64655" y="249238"/>
            <a:ext cx="2595418" cy="1655762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マップ</a:t>
            </a:r>
            <a:endParaRPr kumimoji="1" lang="ja-JP" altLang="en-US" sz="40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739140" y="841375"/>
            <a:ext cx="10296525" cy="5795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ja-JP" altLang="en-US" dirty="0"/>
              <a:t>考えられる</a:t>
            </a:r>
            <a:r>
              <a:rPr kumimoji="1" lang="ja-JP" altLang="en-US" dirty="0"/>
              <a:t>マップ要素</a:t>
            </a:r>
            <a:endParaRPr kumimoji="1" lang="ja-JP" altLang="en-US" dirty="0"/>
          </a:p>
          <a:p>
            <a:r>
              <a:rPr kumimoji="1" lang="ja-JP" altLang="en-US" dirty="0"/>
              <a:t>・水たまり</a:t>
            </a:r>
            <a:endParaRPr kumimoji="1" lang="en-US" altLang="ja-JP" dirty="0"/>
          </a:p>
          <a:p>
            <a:r>
              <a:rPr lang="ja-JP" altLang="en-US" dirty="0"/>
              <a:t>移動速度低下</a:t>
            </a:r>
            <a:endParaRPr lang="ja-JP" altLang="en-US" dirty="0"/>
          </a:p>
          <a:p>
            <a:r>
              <a:rPr lang="ja-JP" altLang="en-US" dirty="0"/>
              <a:t>・氷の床</a:t>
            </a:r>
            <a:endParaRPr lang="ja-JP" altLang="en-US" dirty="0"/>
          </a:p>
          <a:p>
            <a:r>
              <a:rPr lang="ja-JP" altLang="en-US" dirty="0"/>
              <a:t>移動速度上昇</a:t>
            </a:r>
            <a:endParaRPr lang="en-US" altLang="ja-JP" dirty="0"/>
          </a:p>
          <a:p>
            <a:r>
              <a:rPr lang="ja-JP" altLang="en-US" dirty="0"/>
              <a:t>・マグマ</a:t>
            </a:r>
            <a:endParaRPr lang="en-US" altLang="ja-JP" dirty="0"/>
          </a:p>
          <a:p>
            <a:r>
              <a:rPr lang="ja-JP" altLang="en-US" dirty="0"/>
              <a:t>ダメージ（もし体力バーなどあれば）</a:t>
            </a:r>
            <a:endParaRPr lang="ja-JP" altLang="en-US" dirty="0"/>
          </a:p>
          <a:p>
            <a:r>
              <a:rPr lang="ja-JP" altLang="en-US" dirty="0"/>
              <a:t>・蜘蛛の巣</a:t>
            </a:r>
            <a:endParaRPr lang="ja-JP" altLang="en-US" dirty="0"/>
          </a:p>
          <a:p>
            <a:r>
              <a:rPr lang="ja-JP" altLang="en-US" dirty="0"/>
              <a:t>　足止め</a:t>
            </a:r>
            <a:endParaRPr lang="ja-JP" altLang="en-US" dirty="0"/>
          </a:p>
          <a:p>
            <a:r>
              <a:rPr lang="ja-JP" altLang="en-US" dirty="0"/>
              <a:t>　特定のキーを</a:t>
            </a:r>
            <a:r>
              <a:rPr lang="ja-JP" altLang="en-US" dirty="0"/>
              <a:t>何回か押すと解除</a:t>
            </a:r>
            <a:endParaRPr lang="ja-JP" altLang="en-US" dirty="0"/>
          </a:p>
          <a:p>
            <a:r>
              <a:rPr lang="ja-JP" altLang="en-US" dirty="0"/>
              <a:t>・無敵ゾーン</a:t>
            </a:r>
            <a:endParaRPr lang="ja-JP" altLang="en-US" dirty="0"/>
          </a:p>
          <a:p>
            <a:r>
              <a:rPr lang="ja-JP" altLang="en-US" dirty="0"/>
              <a:t>　敵は入れない</a:t>
            </a:r>
            <a:r>
              <a:rPr lang="ja-JP" altLang="en-US" dirty="0"/>
              <a:t>ゾーン</a:t>
            </a:r>
            <a:endParaRPr lang="ja-JP" altLang="en-US" dirty="0"/>
          </a:p>
          <a:p>
            <a:r>
              <a:rPr lang="ja-JP" altLang="en-US" dirty="0"/>
              <a:t>（</a:t>
            </a:r>
            <a:r>
              <a:rPr lang="ja-JP" altLang="en-US" dirty="0"/>
              <a:t>時間制限あり</a:t>
            </a:r>
            <a:r>
              <a:rPr lang="ja-JP" altLang="en-US" dirty="0"/>
              <a:t>）</a:t>
            </a:r>
            <a:endParaRPr lang="ja-JP" altLang="en-US" dirty="0"/>
          </a:p>
          <a:p>
            <a:r>
              <a:rPr lang="ja-JP" altLang="en-US" dirty="0"/>
              <a:t>・</a:t>
            </a:r>
            <a:r>
              <a:rPr lang="ja-JP" altLang="en-US" dirty="0"/>
              <a:t>開閉ゲート</a:t>
            </a:r>
            <a:endParaRPr lang="ja-JP" altLang="en-US" dirty="0"/>
          </a:p>
          <a:p>
            <a:r>
              <a:rPr lang="ja-JP" altLang="en-US" dirty="0"/>
              <a:t>　一定時間や何かのキーを押すことで開閉を</a:t>
            </a:r>
            <a:r>
              <a:rPr lang="ja-JP" altLang="en-US" dirty="0"/>
              <a:t>チェンジ</a:t>
            </a:r>
            <a:endParaRPr lang="ja-JP" altLang="en-US" dirty="0"/>
          </a:p>
          <a:p>
            <a:endParaRPr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正方形/長方形 3"/>
          <p:cNvSpPr/>
          <p:nvPr/>
        </p:nvSpPr>
        <p:spPr>
          <a:xfrm>
            <a:off x="1935480" y="1445260"/>
            <a:ext cx="7287260" cy="43224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L 字 4"/>
          <p:cNvSpPr/>
          <p:nvPr/>
        </p:nvSpPr>
        <p:spPr>
          <a:xfrm>
            <a:off x="2555240" y="4358005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L 字 6"/>
          <p:cNvSpPr/>
          <p:nvPr/>
        </p:nvSpPr>
        <p:spPr>
          <a:xfrm rot="5400000">
            <a:off x="5733415" y="1773555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L 字 8"/>
          <p:cNvSpPr/>
          <p:nvPr/>
        </p:nvSpPr>
        <p:spPr>
          <a:xfrm>
            <a:off x="7783195" y="1941830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L 字 10"/>
          <p:cNvSpPr/>
          <p:nvPr/>
        </p:nvSpPr>
        <p:spPr>
          <a:xfrm>
            <a:off x="3885565" y="4055745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L 字 12"/>
          <p:cNvSpPr/>
          <p:nvPr/>
        </p:nvSpPr>
        <p:spPr>
          <a:xfrm rot="10800000">
            <a:off x="2237740" y="2698750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L 字 14"/>
          <p:cNvSpPr/>
          <p:nvPr/>
        </p:nvSpPr>
        <p:spPr>
          <a:xfrm>
            <a:off x="3218180" y="1664335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L 字 16"/>
          <p:cNvSpPr/>
          <p:nvPr/>
        </p:nvSpPr>
        <p:spPr>
          <a:xfrm>
            <a:off x="7164705" y="4446270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L 字 18"/>
          <p:cNvSpPr/>
          <p:nvPr/>
        </p:nvSpPr>
        <p:spPr>
          <a:xfrm rot="16200000">
            <a:off x="5580380" y="3130550"/>
            <a:ext cx="923925" cy="925830"/>
          </a:xfrm>
          <a:prstGeom prst="corner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十字形 19"/>
          <p:cNvSpPr/>
          <p:nvPr/>
        </p:nvSpPr>
        <p:spPr>
          <a:xfrm>
            <a:off x="4459605" y="2855595"/>
            <a:ext cx="1016000" cy="923925"/>
          </a:xfrm>
          <a:prstGeom prst="plus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十字形 21"/>
          <p:cNvSpPr/>
          <p:nvPr/>
        </p:nvSpPr>
        <p:spPr>
          <a:xfrm>
            <a:off x="7736840" y="3522345"/>
            <a:ext cx="1016000" cy="923925"/>
          </a:xfrm>
          <a:prstGeom prst="plus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5468620" y="4981575"/>
            <a:ext cx="1036955" cy="461010"/>
          </a:xfrm>
          <a:prstGeom prst="rect">
            <a:avLst/>
          </a:prstGeom>
          <a:solidFill>
            <a:srgbClr val="E263F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/>
          <p:cNvSpPr/>
          <p:nvPr/>
        </p:nvSpPr>
        <p:spPr>
          <a:xfrm>
            <a:off x="3479165" y="3131820"/>
            <a:ext cx="662940" cy="6845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/>
          <p:cNvSpPr/>
          <p:nvPr/>
        </p:nvSpPr>
        <p:spPr>
          <a:xfrm>
            <a:off x="4883150" y="3937000"/>
            <a:ext cx="662940" cy="6845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/>
          <p:cNvSpPr/>
          <p:nvPr/>
        </p:nvSpPr>
        <p:spPr>
          <a:xfrm>
            <a:off x="4530725" y="1535430"/>
            <a:ext cx="662940" cy="6845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/>
          <p:cNvSpPr/>
          <p:nvPr/>
        </p:nvSpPr>
        <p:spPr>
          <a:xfrm>
            <a:off x="6902450" y="3380105"/>
            <a:ext cx="662940" cy="6845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ボックス 7"/>
          <p:cNvSpPr txBox="1"/>
          <p:nvPr/>
        </p:nvSpPr>
        <p:spPr>
          <a:xfrm>
            <a:off x="1209675" y="375920"/>
            <a:ext cx="8514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マップイメージ</a:t>
            </a:r>
            <a:r>
              <a:rPr lang="ja-JP" altLang="en-US"/>
              <a:t>図</a:t>
            </a:r>
            <a:endParaRPr lang="ja-JP" altLang="en-US"/>
          </a:p>
          <a:p>
            <a:endParaRPr lang="ja-JP" altLang="en-US"/>
          </a:p>
          <a:p>
            <a:r>
              <a:rPr lang="ja-JP" altLang="en-US"/>
              <a:t>１．</a:t>
            </a:r>
            <a:endParaRPr lang="ja-JP" altLang="en-US"/>
          </a:p>
        </p:txBody>
      </p:sp>
      <p:sp>
        <p:nvSpPr>
          <p:cNvPr id="10" name="楕円 9"/>
          <p:cNvSpPr/>
          <p:nvPr/>
        </p:nvSpPr>
        <p:spPr>
          <a:xfrm>
            <a:off x="6889750" y="2219960"/>
            <a:ext cx="662940" cy="6845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/>
          <p:cNvSpPr/>
          <p:nvPr/>
        </p:nvSpPr>
        <p:spPr>
          <a:xfrm>
            <a:off x="2368550" y="1774825"/>
            <a:ext cx="662940" cy="6845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 13"/>
          <p:cNvSpPr/>
          <p:nvPr/>
        </p:nvSpPr>
        <p:spPr>
          <a:xfrm>
            <a:off x="1933575" y="3630930"/>
            <a:ext cx="1356360" cy="7499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6" name="四角形 15"/>
          <p:cNvSpPr/>
          <p:nvPr/>
        </p:nvSpPr>
        <p:spPr>
          <a:xfrm>
            <a:off x="8249285" y="1445260"/>
            <a:ext cx="973455" cy="1014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8" name="四角形 17"/>
          <p:cNvSpPr/>
          <p:nvPr/>
        </p:nvSpPr>
        <p:spPr>
          <a:xfrm>
            <a:off x="5619750" y="4064635"/>
            <a:ext cx="1370330" cy="9086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25" name="角丸四角形吹き出し 24"/>
          <p:cNvSpPr/>
          <p:nvPr/>
        </p:nvSpPr>
        <p:spPr>
          <a:xfrm>
            <a:off x="4361815" y="264795"/>
            <a:ext cx="1370965" cy="866140"/>
          </a:xfrm>
          <a:prstGeom prst="wedgeRoundRectCallout">
            <a:avLst>
              <a:gd name="adj1" fmla="val -16651"/>
              <a:gd name="adj2" fmla="val 129178"/>
              <a:gd name="adj3" fmla="val 166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27" name="角丸四角形吹き出し 26"/>
          <p:cNvSpPr/>
          <p:nvPr/>
        </p:nvSpPr>
        <p:spPr>
          <a:xfrm>
            <a:off x="159385" y="3580130"/>
            <a:ext cx="1370965" cy="866140"/>
          </a:xfrm>
          <a:prstGeom prst="wedgeRoundRectCallout">
            <a:avLst>
              <a:gd name="adj1" fmla="val 218087"/>
              <a:gd name="adj2" fmla="val -62463"/>
              <a:gd name="adj3" fmla="val 166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29" name="角丸四角形吹き出し 28"/>
          <p:cNvSpPr/>
          <p:nvPr/>
        </p:nvSpPr>
        <p:spPr>
          <a:xfrm>
            <a:off x="9609455" y="391795"/>
            <a:ext cx="1370965" cy="866140"/>
          </a:xfrm>
          <a:prstGeom prst="wedgeRoundRectCallout">
            <a:avLst>
              <a:gd name="adj1" fmla="val -111417"/>
              <a:gd name="adj2" fmla="val 140835"/>
              <a:gd name="adj3" fmla="val 166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36" name="テキストボックス 35"/>
          <p:cNvSpPr txBox="1"/>
          <p:nvPr/>
        </p:nvSpPr>
        <p:spPr>
          <a:xfrm>
            <a:off x="9746615" y="499110"/>
            <a:ext cx="116903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ja-JP" altLang="en-US" sz="3600"/>
              <a:t>無敵</a:t>
            </a:r>
            <a:endParaRPr lang="ja-JP" altLang="en-US" sz="3600"/>
          </a:p>
        </p:txBody>
      </p:sp>
      <p:sp>
        <p:nvSpPr>
          <p:cNvPr id="37" name="テキストボックス 36"/>
          <p:cNvSpPr txBox="1"/>
          <p:nvPr/>
        </p:nvSpPr>
        <p:spPr>
          <a:xfrm>
            <a:off x="247650" y="3816350"/>
            <a:ext cx="116903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ja-JP" altLang="en-US" sz="2400"/>
              <a:t>マグマ</a:t>
            </a:r>
            <a:endParaRPr lang="ja-JP" altLang="en-US" sz="2400"/>
          </a:p>
        </p:txBody>
      </p:sp>
      <p:sp>
        <p:nvSpPr>
          <p:cNvPr id="38" name="テキストボックス 37"/>
          <p:cNvSpPr txBox="1"/>
          <p:nvPr/>
        </p:nvSpPr>
        <p:spPr>
          <a:xfrm>
            <a:off x="4450715" y="539750"/>
            <a:ext cx="1169035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ja-JP" altLang="en-US"/>
              <a:t>氷の床</a:t>
            </a:r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 sz="2000"/>
              <a:t>２</a:t>
            </a:r>
            <a:r>
              <a:rPr lang="en-US" altLang="ja-JP" sz="2000"/>
              <a:t>.</a:t>
            </a:r>
            <a:endParaRPr lang="en-US" altLang="ja-JP" sz="2000"/>
          </a:p>
        </p:txBody>
      </p:sp>
      <p:sp>
        <p:nvSpPr>
          <p:cNvPr id="4" name="四角形 3"/>
          <p:cNvSpPr/>
          <p:nvPr/>
        </p:nvSpPr>
        <p:spPr>
          <a:xfrm>
            <a:off x="1275080" y="1407795"/>
            <a:ext cx="9337675" cy="48926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5" name="十字形 4"/>
          <p:cNvSpPr/>
          <p:nvPr/>
        </p:nvSpPr>
        <p:spPr>
          <a:xfrm>
            <a:off x="8347710" y="2028825"/>
            <a:ext cx="1515110" cy="1399540"/>
          </a:xfrm>
          <a:prstGeom prst="plus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6" name="L字 5"/>
          <p:cNvSpPr/>
          <p:nvPr/>
        </p:nvSpPr>
        <p:spPr>
          <a:xfrm>
            <a:off x="7567295" y="3630295"/>
            <a:ext cx="1356995" cy="1356360"/>
          </a:xfrm>
          <a:prstGeom prst="corner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7" name="四角形 6"/>
          <p:cNvSpPr/>
          <p:nvPr/>
        </p:nvSpPr>
        <p:spPr>
          <a:xfrm>
            <a:off x="1706245" y="1732915"/>
            <a:ext cx="2020570" cy="66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8" name="十字形 7"/>
          <p:cNvSpPr/>
          <p:nvPr/>
        </p:nvSpPr>
        <p:spPr>
          <a:xfrm>
            <a:off x="2355215" y="4104005"/>
            <a:ext cx="1515110" cy="1399540"/>
          </a:xfrm>
          <a:prstGeom prst="plus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9" name="L字 8"/>
          <p:cNvSpPr/>
          <p:nvPr/>
        </p:nvSpPr>
        <p:spPr>
          <a:xfrm rot="16200000">
            <a:off x="8923655" y="4719955"/>
            <a:ext cx="1356995" cy="1356360"/>
          </a:xfrm>
          <a:prstGeom prst="corner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0" name="L字 9"/>
          <p:cNvSpPr/>
          <p:nvPr/>
        </p:nvSpPr>
        <p:spPr>
          <a:xfrm rot="10800000">
            <a:off x="3726815" y="3175635"/>
            <a:ext cx="1356995" cy="1356360"/>
          </a:xfrm>
          <a:prstGeom prst="corner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1" name="L字 10"/>
          <p:cNvSpPr/>
          <p:nvPr/>
        </p:nvSpPr>
        <p:spPr>
          <a:xfrm rot="5400000">
            <a:off x="1705610" y="2747010"/>
            <a:ext cx="1356995" cy="1356360"/>
          </a:xfrm>
          <a:prstGeom prst="corner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2" name="四角形 11"/>
          <p:cNvSpPr/>
          <p:nvPr/>
        </p:nvSpPr>
        <p:spPr>
          <a:xfrm rot="5400000">
            <a:off x="5824220" y="4565650"/>
            <a:ext cx="2020570" cy="66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3" name="四角形 12"/>
          <p:cNvSpPr/>
          <p:nvPr/>
        </p:nvSpPr>
        <p:spPr>
          <a:xfrm>
            <a:off x="4176395" y="4980940"/>
            <a:ext cx="2020570" cy="66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4" name="L字 13"/>
          <p:cNvSpPr/>
          <p:nvPr/>
        </p:nvSpPr>
        <p:spPr>
          <a:xfrm rot="5400000">
            <a:off x="5620385" y="2657475"/>
            <a:ext cx="1356995" cy="1356360"/>
          </a:xfrm>
          <a:prstGeom prst="corner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5" name="十字形 14"/>
          <p:cNvSpPr/>
          <p:nvPr/>
        </p:nvSpPr>
        <p:spPr>
          <a:xfrm>
            <a:off x="4105910" y="1407795"/>
            <a:ext cx="1515110" cy="1399540"/>
          </a:xfrm>
          <a:prstGeom prst="plus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16" name="L字 15"/>
          <p:cNvSpPr/>
          <p:nvPr/>
        </p:nvSpPr>
        <p:spPr>
          <a:xfrm rot="10800000">
            <a:off x="5795645" y="1450975"/>
            <a:ext cx="2078355" cy="1356360"/>
          </a:xfrm>
          <a:prstGeom prst="corner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grpSp>
        <p:nvGrpSpPr>
          <p:cNvPr id="29" name="グループ化 28"/>
          <p:cNvGrpSpPr/>
          <p:nvPr/>
        </p:nvGrpSpPr>
        <p:grpSpPr>
          <a:xfrm>
            <a:off x="1683385" y="2242185"/>
            <a:ext cx="567055" cy="491490"/>
            <a:chOff x="7543" y="445"/>
            <a:chExt cx="1308" cy="1226"/>
          </a:xfrm>
        </p:grpSpPr>
        <p:cxnSp>
          <p:nvCxnSpPr>
            <p:cNvPr id="17" name="直線コネクタ 16"/>
            <p:cNvCxnSpPr/>
            <p:nvPr/>
          </p:nvCxnSpPr>
          <p:spPr>
            <a:xfrm flipH="1">
              <a:off x="8474" y="1046"/>
              <a:ext cx="69" cy="26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/>
            <p:cNvCxnSpPr/>
            <p:nvPr/>
          </p:nvCxnSpPr>
          <p:spPr>
            <a:xfrm flipH="1">
              <a:off x="8156" y="445"/>
              <a:ext cx="14" cy="122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/>
            <p:cNvCxnSpPr/>
            <p:nvPr/>
          </p:nvCxnSpPr>
          <p:spPr>
            <a:xfrm>
              <a:off x="8510" y="733"/>
              <a:ext cx="33" cy="30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>
              <a:off x="7543" y="1035"/>
              <a:ext cx="1309" cy="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H="1">
              <a:off x="7747" y="575"/>
              <a:ext cx="901" cy="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/>
            <p:cNvCxnSpPr/>
            <p:nvPr/>
          </p:nvCxnSpPr>
          <p:spPr>
            <a:xfrm>
              <a:off x="7747" y="575"/>
              <a:ext cx="864" cy="87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/>
            <p:cNvCxnSpPr/>
            <p:nvPr/>
          </p:nvCxnSpPr>
          <p:spPr>
            <a:xfrm flipH="1">
              <a:off x="8179" y="1308"/>
              <a:ext cx="273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/>
            <p:cNvCxnSpPr/>
            <p:nvPr/>
          </p:nvCxnSpPr>
          <p:spPr>
            <a:xfrm flipH="1" flipV="1">
              <a:off x="7838" y="1286"/>
              <a:ext cx="319" cy="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H="1" flipV="1">
              <a:off x="7747" y="1058"/>
              <a:ext cx="114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 flipH="1">
              <a:off x="7783" y="717"/>
              <a:ext cx="100" cy="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/>
            <p:cNvCxnSpPr/>
            <p:nvPr/>
          </p:nvCxnSpPr>
          <p:spPr>
            <a:xfrm flipH="1">
              <a:off x="7861" y="604"/>
              <a:ext cx="296" cy="1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>
              <a:off x="8179" y="604"/>
              <a:ext cx="364" cy="19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グループ化 29"/>
          <p:cNvGrpSpPr/>
          <p:nvPr/>
        </p:nvGrpSpPr>
        <p:grpSpPr>
          <a:xfrm>
            <a:off x="8665845" y="3651250"/>
            <a:ext cx="567055" cy="491490"/>
            <a:chOff x="7543" y="445"/>
            <a:chExt cx="1308" cy="1226"/>
          </a:xfrm>
        </p:grpSpPr>
        <p:cxnSp>
          <p:nvCxnSpPr>
            <p:cNvPr id="31" name="直線コネクタ 30"/>
            <p:cNvCxnSpPr/>
            <p:nvPr/>
          </p:nvCxnSpPr>
          <p:spPr>
            <a:xfrm flipH="1">
              <a:off x="8474" y="1046"/>
              <a:ext cx="69" cy="26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/>
            <p:cNvCxnSpPr/>
            <p:nvPr/>
          </p:nvCxnSpPr>
          <p:spPr>
            <a:xfrm flipH="1">
              <a:off x="8156" y="445"/>
              <a:ext cx="14" cy="122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>
              <a:off x="8510" y="733"/>
              <a:ext cx="33" cy="30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>
              <a:off x="7543" y="1035"/>
              <a:ext cx="1309" cy="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/>
            <p:cNvCxnSpPr/>
            <p:nvPr/>
          </p:nvCxnSpPr>
          <p:spPr>
            <a:xfrm flipH="1">
              <a:off x="7747" y="575"/>
              <a:ext cx="901" cy="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/>
            <p:cNvCxnSpPr/>
            <p:nvPr/>
          </p:nvCxnSpPr>
          <p:spPr>
            <a:xfrm>
              <a:off x="7747" y="575"/>
              <a:ext cx="864" cy="87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H="1">
              <a:off x="8179" y="1308"/>
              <a:ext cx="273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H="1" flipV="1">
              <a:off x="7838" y="1286"/>
              <a:ext cx="319" cy="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/>
            <p:cNvCxnSpPr/>
            <p:nvPr/>
          </p:nvCxnSpPr>
          <p:spPr>
            <a:xfrm flipH="1" flipV="1">
              <a:off x="7747" y="1058"/>
              <a:ext cx="114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/>
            <p:cNvCxnSpPr/>
            <p:nvPr/>
          </p:nvCxnSpPr>
          <p:spPr>
            <a:xfrm flipH="1">
              <a:off x="7783" y="717"/>
              <a:ext cx="100" cy="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H="1">
              <a:off x="7861" y="604"/>
              <a:ext cx="296" cy="1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>
              <a:off x="8179" y="604"/>
              <a:ext cx="364" cy="19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>
            <a:off x="6108700" y="5102860"/>
            <a:ext cx="567055" cy="491490"/>
            <a:chOff x="7543" y="445"/>
            <a:chExt cx="1308" cy="1226"/>
          </a:xfrm>
        </p:grpSpPr>
        <p:cxnSp>
          <p:nvCxnSpPr>
            <p:cNvPr id="44" name="直線コネクタ 43"/>
            <p:cNvCxnSpPr/>
            <p:nvPr/>
          </p:nvCxnSpPr>
          <p:spPr>
            <a:xfrm flipH="1">
              <a:off x="8474" y="1046"/>
              <a:ext cx="69" cy="26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H="1">
              <a:off x="8156" y="445"/>
              <a:ext cx="14" cy="122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>
              <a:off x="8510" y="733"/>
              <a:ext cx="33" cy="30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/>
            <p:cNvCxnSpPr/>
            <p:nvPr/>
          </p:nvCxnSpPr>
          <p:spPr>
            <a:xfrm>
              <a:off x="7543" y="1035"/>
              <a:ext cx="1309" cy="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/>
            <p:cNvCxnSpPr/>
            <p:nvPr/>
          </p:nvCxnSpPr>
          <p:spPr>
            <a:xfrm flipH="1">
              <a:off x="7747" y="575"/>
              <a:ext cx="901" cy="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>
              <a:off x="7747" y="575"/>
              <a:ext cx="864" cy="87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 flipH="1">
              <a:off x="8179" y="1308"/>
              <a:ext cx="273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/>
            <p:cNvCxnSpPr/>
            <p:nvPr/>
          </p:nvCxnSpPr>
          <p:spPr>
            <a:xfrm flipH="1" flipV="1">
              <a:off x="7838" y="1286"/>
              <a:ext cx="319" cy="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/>
            <p:cNvCxnSpPr/>
            <p:nvPr/>
          </p:nvCxnSpPr>
          <p:spPr>
            <a:xfrm flipH="1" flipV="1">
              <a:off x="7747" y="1058"/>
              <a:ext cx="114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/>
            <p:cNvCxnSpPr/>
            <p:nvPr/>
          </p:nvCxnSpPr>
          <p:spPr>
            <a:xfrm flipH="1">
              <a:off x="7783" y="717"/>
              <a:ext cx="100" cy="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/>
            <p:cNvCxnSpPr/>
            <p:nvPr/>
          </p:nvCxnSpPr>
          <p:spPr>
            <a:xfrm flipH="1">
              <a:off x="7861" y="604"/>
              <a:ext cx="296" cy="1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>
              <a:off x="8179" y="604"/>
              <a:ext cx="364" cy="19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>
            <a:off x="3782060" y="4051935"/>
            <a:ext cx="567055" cy="491490"/>
            <a:chOff x="7543" y="445"/>
            <a:chExt cx="1308" cy="1226"/>
          </a:xfrm>
        </p:grpSpPr>
        <p:cxnSp>
          <p:nvCxnSpPr>
            <p:cNvPr id="57" name="直線コネクタ 56"/>
            <p:cNvCxnSpPr/>
            <p:nvPr/>
          </p:nvCxnSpPr>
          <p:spPr>
            <a:xfrm flipH="1">
              <a:off x="8474" y="1046"/>
              <a:ext cx="69" cy="26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H="1">
              <a:off x="8156" y="445"/>
              <a:ext cx="14" cy="122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>
              <a:off x="8510" y="733"/>
              <a:ext cx="33" cy="30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/>
            <p:cNvCxnSpPr/>
            <p:nvPr/>
          </p:nvCxnSpPr>
          <p:spPr>
            <a:xfrm>
              <a:off x="7543" y="1035"/>
              <a:ext cx="1309" cy="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コネクタ 60"/>
            <p:cNvCxnSpPr/>
            <p:nvPr/>
          </p:nvCxnSpPr>
          <p:spPr>
            <a:xfrm flipH="1">
              <a:off x="7747" y="575"/>
              <a:ext cx="901" cy="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/>
            <p:cNvCxnSpPr/>
            <p:nvPr/>
          </p:nvCxnSpPr>
          <p:spPr>
            <a:xfrm>
              <a:off x="7747" y="575"/>
              <a:ext cx="864" cy="87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/>
            <p:cNvCxnSpPr/>
            <p:nvPr/>
          </p:nvCxnSpPr>
          <p:spPr>
            <a:xfrm flipH="1">
              <a:off x="8179" y="1308"/>
              <a:ext cx="273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/>
            <p:cNvCxnSpPr/>
            <p:nvPr/>
          </p:nvCxnSpPr>
          <p:spPr>
            <a:xfrm flipH="1" flipV="1">
              <a:off x="7838" y="1286"/>
              <a:ext cx="319" cy="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/>
            <p:cNvCxnSpPr/>
            <p:nvPr/>
          </p:nvCxnSpPr>
          <p:spPr>
            <a:xfrm flipH="1" flipV="1">
              <a:off x="7747" y="1058"/>
              <a:ext cx="114" cy="22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/>
            <p:cNvCxnSpPr/>
            <p:nvPr/>
          </p:nvCxnSpPr>
          <p:spPr>
            <a:xfrm flipH="1">
              <a:off x="7783" y="717"/>
              <a:ext cx="100" cy="3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/>
            <p:cNvCxnSpPr/>
            <p:nvPr/>
          </p:nvCxnSpPr>
          <p:spPr>
            <a:xfrm flipH="1">
              <a:off x="7861" y="604"/>
              <a:ext cx="296" cy="1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/>
            <p:cNvCxnSpPr/>
            <p:nvPr/>
          </p:nvCxnSpPr>
          <p:spPr>
            <a:xfrm>
              <a:off x="8179" y="604"/>
              <a:ext cx="364" cy="19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楕円 68"/>
          <p:cNvSpPr/>
          <p:nvPr/>
        </p:nvSpPr>
        <p:spPr>
          <a:xfrm>
            <a:off x="1426845" y="5535295"/>
            <a:ext cx="1125855" cy="57721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70" name="楕円 69"/>
          <p:cNvSpPr/>
          <p:nvPr/>
        </p:nvSpPr>
        <p:spPr>
          <a:xfrm>
            <a:off x="9347200" y="1451610"/>
            <a:ext cx="1125855" cy="57721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71" name="楕円 70"/>
          <p:cNvSpPr/>
          <p:nvPr/>
        </p:nvSpPr>
        <p:spPr>
          <a:xfrm>
            <a:off x="5248910" y="4192270"/>
            <a:ext cx="1125855" cy="57721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ja-JP" altLang="en-US"/>
          </a:p>
        </p:txBody>
      </p:sp>
      <p:cxnSp>
        <p:nvCxnSpPr>
          <p:cNvPr id="72" name="直線コネクタ 71"/>
          <p:cNvCxnSpPr/>
          <p:nvPr/>
        </p:nvCxnSpPr>
        <p:spPr>
          <a:xfrm>
            <a:off x="3303270" y="2389505"/>
            <a:ext cx="793750" cy="779145"/>
          </a:xfrm>
          <a:prstGeom prst="line">
            <a:avLst/>
          </a:prstGeom>
          <a:ln w="31750" cap="sq" cmpd="dbl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線コネクタ 72"/>
          <p:cNvCxnSpPr>
            <a:endCxn id="9" idx="3"/>
          </p:cNvCxnSpPr>
          <p:nvPr/>
        </p:nvCxnSpPr>
        <p:spPr>
          <a:xfrm>
            <a:off x="7166610" y="5594985"/>
            <a:ext cx="1757680" cy="142875"/>
          </a:xfrm>
          <a:prstGeom prst="line">
            <a:avLst/>
          </a:prstGeom>
          <a:ln w="31750" cap="sq" cmpd="dbl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線コネクタ 73"/>
          <p:cNvCxnSpPr>
            <a:endCxn id="6" idx="3"/>
          </p:cNvCxnSpPr>
          <p:nvPr/>
        </p:nvCxnSpPr>
        <p:spPr>
          <a:xfrm>
            <a:off x="7553960" y="2807335"/>
            <a:ext cx="352425" cy="822960"/>
          </a:xfrm>
          <a:prstGeom prst="line">
            <a:avLst/>
          </a:prstGeom>
          <a:ln w="31750" cap="sq" cmpd="dbl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線コネクタ 74"/>
          <p:cNvCxnSpPr>
            <a:endCxn id="8" idx="1"/>
          </p:cNvCxnSpPr>
          <p:nvPr/>
        </p:nvCxnSpPr>
        <p:spPr>
          <a:xfrm>
            <a:off x="1275080" y="4769485"/>
            <a:ext cx="1080135" cy="34290"/>
          </a:xfrm>
          <a:prstGeom prst="line">
            <a:avLst/>
          </a:prstGeom>
          <a:ln w="31750" cap="sq" cmpd="dbl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角丸四角形吹き出し 76"/>
          <p:cNvSpPr/>
          <p:nvPr/>
        </p:nvSpPr>
        <p:spPr>
          <a:xfrm>
            <a:off x="0" y="2579370"/>
            <a:ext cx="1274445" cy="866140"/>
          </a:xfrm>
          <a:prstGeom prst="wedgeRoundRectCallout">
            <a:avLst>
              <a:gd name="adj1" fmla="val 86372"/>
              <a:gd name="adj2" fmla="val 202492"/>
              <a:gd name="adj3" fmla="val 16667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78" name="角丸四角形吹き出し 77"/>
          <p:cNvSpPr/>
          <p:nvPr/>
        </p:nvSpPr>
        <p:spPr>
          <a:xfrm>
            <a:off x="10473055" y="391795"/>
            <a:ext cx="1370965" cy="866140"/>
          </a:xfrm>
          <a:prstGeom prst="wedgeRoundRectCallout">
            <a:avLst>
              <a:gd name="adj1" fmla="val -95622"/>
              <a:gd name="adj2" fmla="val 114222"/>
              <a:gd name="adj3" fmla="val 16667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79" name="角丸四角形吹き出し 78"/>
          <p:cNvSpPr/>
          <p:nvPr/>
        </p:nvSpPr>
        <p:spPr>
          <a:xfrm>
            <a:off x="10734675" y="3175635"/>
            <a:ext cx="1370965" cy="866140"/>
          </a:xfrm>
          <a:prstGeom prst="wedgeRoundRectCallout">
            <a:avLst>
              <a:gd name="adj1" fmla="val -186127"/>
              <a:gd name="adj2" fmla="val 25879"/>
              <a:gd name="adj3" fmla="val 16667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ja-JP" altLang="en-US"/>
          </a:p>
        </p:txBody>
      </p:sp>
      <p:sp>
        <p:nvSpPr>
          <p:cNvPr id="80" name="テキストボックス 79"/>
          <p:cNvSpPr txBox="1"/>
          <p:nvPr/>
        </p:nvSpPr>
        <p:spPr>
          <a:xfrm>
            <a:off x="10473055" y="640715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水たまり</a:t>
            </a:r>
            <a:endParaRPr lang="ja-JP" altLang="en-US"/>
          </a:p>
        </p:txBody>
      </p:sp>
      <p:sp>
        <p:nvSpPr>
          <p:cNvPr id="81" name="テキストボックス 80"/>
          <p:cNvSpPr txBox="1"/>
          <p:nvPr/>
        </p:nvSpPr>
        <p:spPr>
          <a:xfrm>
            <a:off x="0" y="2828290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開閉ゲート</a:t>
            </a:r>
            <a:endParaRPr lang="ja-JP" altLang="en-US"/>
          </a:p>
        </p:txBody>
      </p:sp>
      <p:sp>
        <p:nvSpPr>
          <p:cNvPr id="82" name="テキストボックス 81"/>
          <p:cNvSpPr txBox="1"/>
          <p:nvPr/>
        </p:nvSpPr>
        <p:spPr>
          <a:xfrm>
            <a:off x="10727055" y="3428365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蜘蛛の巣</a:t>
            </a:r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WPS Slides</Application>
  <PresentationFormat>ワイド画面</PresentationFormat>
  <Paragraphs>37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ＭＳ Ｐゴシック</vt:lpstr>
      <vt:lpstr>Wingdings</vt:lpstr>
      <vt:lpstr>游ゴシック</vt:lpstr>
      <vt:lpstr>Microsoft YaHei</vt:lpstr>
      <vt:lpstr>ＭＳ Ｐゴシック</vt:lpstr>
      <vt:lpstr>Arial Unicode MS</vt:lpstr>
      <vt:lpstr>游ゴシック Light</vt:lpstr>
      <vt:lpstr>Calibri</vt:lpstr>
      <vt:lpstr>Office テーマ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Shido Inomata</dc:creator>
  <cp:lastModifiedBy>shido</cp:lastModifiedBy>
  <cp:revision>2</cp:revision>
  <dcterms:created xsi:type="dcterms:W3CDTF">2026-07-01T02:59:00Z</dcterms:created>
  <dcterms:modified xsi:type="dcterms:W3CDTF">2026-07-04T06:38:00Z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1041-12.1.0.26880</vt:lpwstr>
  </property>
  <property fmtid="{D5CDD505-2E9C-101B-9397-08002B2CF9AE}" pid="3" name="ICV">
    <vt:lpwstr>293AAF118B274E168C4A44093F72E746_12</vt:lpwstr>
  </property>
</Properties>
</file>