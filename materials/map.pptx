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3" autoAdjust="0"/>
    <p:restoredTop sz="94660"/>
  </p:normalViewPr>
  <p:slideViewPr>
    <p:cSldViewPr snapToGrid="0">
      <p:cViewPr varScale="1">
        <p:scale>
          <a:sx n="97" d="100"/>
          <a:sy n="97" d="100"/>
        </p:scale>
        <p:origin x="9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8E4351-12F1-491D-7612-439B577B9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4951ED2-65D1-4BCA-3105-B885F39CD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AC4A393-2803-0CB8-66C4-56ECE2688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A64C3-A488-44CE-A3F3-A08F41D23068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8108F4-49A9-B91F-50CE-55DBFBBB8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937E0C-B77F-A90B-55CA-34ED0B62C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BB364-F735-42FF-8F06-BCF5AE141D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016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1C93D7-6029-2627-9947-6FFAFF3AF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6BD4B36-4C9E-D95F-2CFC-E094F2E82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AFB72C-DBC2-5F23-F5FF-D1825DE80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A64C3-A488-44CE-A3F3-A08F41D23068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B118F7-E1A0-E370-3FC0-E1BD79566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AF5C9C6-75BE-7923-81C2-BCBF749CF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BB364-F735-42FF-8F06-BCF5AE141D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1956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BA4857-3E1D-7C58-9E04-3DBDE22E4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617B89B-D052-6169-0EAE-1E2AF99E02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E96B3A-A51E-4638-C63B-12F87FDA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A64C3-A488-44CE-A3F3-A08F41D23068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F999F8-9A7B-3920-1A05-1EA015E31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18075F-1798-FAB9-91CC-15183AD9B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BB364-F735-42FF-8F06-BCF5AE141D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6514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AF5D4-DA9B-05EA-4240-F3029788B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5F506C-17D9-ACBC-F3CD-ADC1FE9764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66F6ADB-821A-CD39-5F53-BEA515B1C4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6517425-3093-5A77-7F16-05E1EF005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A64C3-A488-44CE-A3F3-A08F41D23068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D29344F-C80C-1092-5EC7-4DE6A390C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F94FBEA-B3AA-4586-B959-C35B1737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BB364-F735-42FF-8F06-BCF5AE141D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9760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C878E5-E3DD-EADF-1922-634CCF968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B8D036-0BA0-5455-5D2E-2A225926E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CDE41CC-CFE1-FB33-499F-E9CBB239E5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FF2575C-C22D-2933-D885-E386185D8C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57A6D63-3332-E5C0-CB2E-583FB8EE77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962C6FC-EC3A-4C67-9FF4-0A4A5C4F4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A64C3-A488-44CE-A3F3-A08F41D23068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5B21DB1-C7CD-79F9-BF44-B17AB8366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936043E-43BA-628D-13DA-9949DDF14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BB364-F735-42FF-8F06-BCF5AE141D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4089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7F014-860B-53E4-CB46-7428EFCE4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80D4F7-BBDF-489B-9AC4-0C0A8029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A64C3-A488-44CE-A3F3-A08F41D23068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4605BC6-854B-CE1B-E69D-910355363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436D552-7DC9-B1A0-446B-A9D52F300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BB364-F735-42FF-8F06-BCF5AE141D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9901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95413CA-7810-F1C5-5074-487D9CD9E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A64C3-A488-44CE-A3F3-A08F41D23068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CD7C813-F6CC-DEE3-796C-D5A13A6F8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239DBC-8982-046E-89DA-6B334BC8F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BB364-F735-42FF-8F06-BCF5AE141D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1428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FE51DC-FD39-55D6-7060-7A75C3F64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789A32-7709-2E1A-490F-67F2CD398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1A51DA9-A7E9-EBCE-12FA-064671AE66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4113808-F6CE-748C-9F43-EC85945CA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A64C3-A488-44CE-A3F3-A08F41D23068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3EFF4F8-59D0-3722-3CB7-3EC022757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3579B62-0E0D-8D78-0593-18B99EA7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BB364-F735-42FF-8F06-BCF5AE141D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9910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8F1D03-A846-A912-9EEC-A4C654EED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BE229A6-E9BF-218B-B349-FA0341357E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3C01B45-6657-1DD7-91E3-A120C0A31B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933CF4B-8ECD-F8BB-376E-143F4FE05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A64C3-A488-44CE-A3F3-A08F41D23068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FD14703-8FFC-58A9-D0EC-F92798114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951E4A5-E22B-2BE4-702C-E88C4F05D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BB364-F735-42FF-8F06-BCF5AE141D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4292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6AD49C-6171-9F60-7510-890D90F98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AC388F7-3B26-5FC0-EAC0-4B3B083877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23A647-FD39-1472-05B0-C72878976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A64C3-A488-44CE-A3F3-A08F41D23068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516786-47C4-F265-568D-101253486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66694DD-C991-8158-3B80-D93F8C157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BB364-F735-42FF-8F06-BCF5AE141D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9949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58B26D6-CBFE-D2D0-DBC6-2AD5B34825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5FF3DCC-5407-3ACA-ABD5-25DBABAB8D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24157E-AB1C-471D-EB62-0737EFEC1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A64C3-A488-44CE-A3F3-A08F41D23068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7525BF3-E0B0-8D67-399C-052240013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165197-5C72-E8D2-6F36-742E1F2FC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BB364-F735-42FF-8F06-BCF5AE141D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553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96D39DB-CFB3-BE3F-3D4A-EB25B5A23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9EDC314-F947-F3A8-51FC-A123CB965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17BAE9D-9A6C-A4FF-DC92-59EB95E406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1A64C3-A488-44CE-A3F3-A08F41D23068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395AE26-4044-4C12-9B3E-1A73BA9D1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E683481-D471-5303-B37D-E3B8867279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FBB364-F735-42FF-8F06-BCF5AE141D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0138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786DD269-48D0-DFEA-FB59-5C53212E5B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655" y="249238"/>
            <a:ext cx="2595418" cy="1655762"/>
          </a:xfrm>
        </p:spPr>
        <p:txBody>
          <a:bodyPr>
            <a:normAutofit/>
          </a:bodyPr>
          <a:lstStyle/>
          <a:p>
            <a:r>
              <a:rPr kumimoji="1" lang="ja-JP" altLang="en-US" sz="4000" dirty="0"/>
              <a:t>マップ</a:t>
            </a: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6BA38662-06F1-203E-FB83-45011EF5BE66}"/>
              </a:ext>
            </a:extLst>
          </p:cNvPr>
          <p:cNvGrpSpPr/>
          <p:nvPr/>
        </p:nvGrpSpPr>
        <p:grpSpPr>
          <a:xfrm>
            <a:off x="564461" y="1120583"/>
            <a:ext cx="7287491" cy="4322618"/>
            <a:chOff x="1624444" y="1114136"/>
            <a:chExt cx="7287491" cy="43226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F4223BCD-94D8-FCE1-EE9E-7D68D6D083E7}"/>
                </a:ext>
              </a:extLst>
            </p:cNvPr>
            <p:cNvSpPr/>
            <p:nvPr/>
          </p:nvSpPr>
          <p:spPr>
            <a:xfrm>
              <a:off x="1624444" y="1114136"/>
              <a:ext cx="7287491" cy="432261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L 字 4">
              <a:extLst>
                <a:ext uri="{FF2B5EF4-FFF2-40B4-BE49-F238E27FC236}">
                  <a16:creationId xmlns:a16="http://schemas.microsoft.com/office/drawing/2014/main" id="{6D31A8AD-A1B1-CA6F-9E23-6E0ECBAE3936}"/>
                </a:ext>
              </a:extLst>
            </p:cNvPr>
            <p:cNvSpPr/>
            <p:nvPr/>
          </p:nvSpPr>
          <p:spPr>
            <a:xfrm>
              <a:off x="2244436" y="4027055"/>
              <a:ext cx="923637" cy="925946"/>
            </a:xfrm>
            <a:prstGeom prst="corne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L 字 6">
              <a:extLst>
                <a:ext uri="{FF2B5EF4-FFF2-40B4-BE49-F238E27FC236}">
                  <a16:creationId xmlns:a16="http://schemas.microsoft.com/office/drawing/2014/main" id="{66430D66-4E7B-4E2C-1BF2-183A9B5613D4}"/>
                </a:ext>
              </a:extLst>
            </p:cNvPr>
            <p:cNvSpPr/>
            <p:nvPr/>
          </p:nvSpPr>
          <p:spPr>
            <a:xfrm rot="5400000">
              <a:off x="4806372" y="1773382"/>
              <a:ext cx="923637" cy="925946"/>
            </a:xfrm>
            <a:prstGeom prst="corne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L 字 8">
              <a:extLst>
                <a:ext uri="{FF2B5EF4-FFF2-40B4-BE49-F238E27FC236}">
                  <a16:creationId xmlns:a16="http://schemas.microsoft.com/office/drawing/2014/main" id="{3045192E-6A1C-5D9D-0CB6-B4623C7BF1F6}"/>
                </a:ext>
              </a:extLst>
            </p:cNvPr>
            <p:cNvSpPr/>
            <p:nvPr/>
          </p:nvSpPr>
          <p:spPr>
            <a:xfrm>
              <a:off x="7472218" y="1610591"/>
              <a:ext cx="923637" cy="925946"/>
            </a:xfrm>
            <a:prstGeom prst="corne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L 字 10">
              <a:extLst>
                <a:ext uri="{FF2B5EF4-FFF2-40B4-BE49-F238E27FC236}">
                  <a16:creationId xmlns:a16="http://schemas.microsoft.com/office/drawing/2014/main" id="{9E500321-312C-2589-86BE-CB366BEC6299}"/>
                </a:ext>
              </a:extLst>
            </p:cNvPr>
            <p:cNvSpPr/>
            <p:nvPr/>
          </p:nvSpPr>
          <p:spPr>
            <a:xfrm>
              <a:off x="3574472" y="3724564"/>
              <a:ext cx="923637" cy="925946"/>
            </a:xfrm>
            <a:prstGeom prst="corne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L 字 12">
              <a:extLst>
                <a:ext uri="{FF2B5EF4-FFF2-40B4-BE49-F238E27FC236}">
                  <a16:creationId xmlns:a16="http://schemas.microsoft.com/office/drawing/2014/main" id="{C8A6BDB0-3BC1-102C-7E63-722C9FF137D6}"/>
                </a:ext>
              </a:extLst>
            </p:cNvPr>
            <p:cNvSpPr/>
            <p:nvPr/>
          </p:nvSpPr>
          <p:spPr>
            <a:xfrm rot="10800000">
              <a:off x="2244436" y="2561936"/>
              <a:ext cx="923637" cy="925946"/>
            </a:xfrm>
            <a:prstGeom prst="corne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L 字 14">
              <a:extLst>
                <a:ext uri="{FF2B5EF4-FFF2-40B4-BE49-F238E27FC236}">
                  <a16:creationId xmlns:a16="http://schemas.microsoft.com/office/drawing/2014/main" id="{89284A5A-CBC3-870F-FB16-CED285FDCFDA}"/>
                </a:ext>
              </a:extLst>
            </p:cNvPr>
            <p:cNvSpPr/>
            <p:nvPr/>
          </p:nvSpPr>
          <p:spPr>
            <a:xfrm>
              <a:off x="3373580" y="1442027"/>
              <a:ext cx="923637" cy="925946"/>
            </a:xfrm>
            <a:prstGeom prst="corne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L 字 16">
              <a:extLst>
                <a:ext uri="{FF2B5EF4-FFF2-40B4-BE49-F238E27FC236}">
                  <a16:creationId xmlns:a16="http://schemas.microsoft.com/office/drawing/2014/main" id="{1311D9C0-2B1E-43D5-7F5D-F73D1A8844F9}"/>
                </a:ext>
              </a:extLst>
            </p:cNvPr>
            <p:cNvSpPr/>
            <p:nvPr/>
          </p:nvSpPr>
          <p:spPr>
            <a:xfrm>
              <a:off x="6511636" y="3891973"/>
              <a:ext cx="923637" cy="925946"/>
            </a:xfrm>
            <a:prstGeom prst="corne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L 字 18">
              <a:extLst>
                <a:ext uri="{FF2B5EF4-FFF2-40B4-BE49-F238E27FC236}">
                  <a16:creationId xmlns:a16="http://schemas.microsoft.com/office/drawing/2014/main" id="{01FA8A35-5FC6-BBBD-4E45-51E80068BCFF}"/>
                </a:ext>
              </a:extLst>
            </p:cNvPr>
            <p:cNvSpPr/>
            <p:nvPr/>
          </p:nvSpPr>
          <p:spPr>
            <a:xfrm rot="16200000">
              <a:off x="5269345" y="2799772"/>
              <a:ext cx="923637" cy="925946"/>
            </a:xfrm>
            <a:prstGeom prst="corne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十字形 19">
              <a:extLst>
                <a:ext uri="{FF2B5EF4-FFF2-40B4-BE49-F238E27FC236}">
                  <a16:creationId xmlns:a16="http://schemas.microsoft.com/office/drawing/2014/main" id="{84174027-068C-D97C-43A0-744A765A80FC}"/>
                </a:ext>
              </a:extLst>
            </p:cNvPr>
            <p:cNvSpPr/>
            <p:nvPr/>
          </p:nvSpPr>
          <p:spPr>
            <a:xfrm>
              <a:off x="3830782" y="2561936"/>
              <a:ext cx="1016000" cy="923638"/>
            </a:xfrm>
            <a:prstGeom prst="plus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十字形 21">
              <a:extLst>
                <a:ext uri="{FF2B5EF4-FFF2-40B4-BE49-F238E27FC236}">
                  <a16:creationId xmlns:a16="http://schemas.microsoft.com/office/drawing/2014/main" id="{C4BF783E-B41C-8ABA-9547-E1620E168762}"/>
                </a:ext>
              </a:extLst>
            </p:cNvPr>
            <p:cNvSpPr/>
            <p:nvPr/>
          </p:nvSpPr>
          <p:spPr>
            <a:xfrm>
              <a:off x="7426036" y="3191667"/>
              <a:ext cx="1016000" cy="923638"/>
            </a:xfrm>
            <a:prstGeom prst="plus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BD8A502-FC21-8491-D5E2-0D30B0EF1630}"/>
              </a:ext>
            </a:extLst>
          </p:cNvPr>
          <p:cNvSpPr txBox="1"/>
          <p:nvPr/>
        </p:nvSpPr>
        <p:spPr>
          <a:xfrm>
            <a:off x="7983794" y="688259"/>
            <a:ext cx="34706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水たまり</a:t>
            </a:r>
            <a:endParaRPr kumimoji="1" lang="en-US" altLang="ja-JP" dirty="0"/>
          </a:p>
          <a:p>
            <a:r>
              <a:rPr lang="ja-JP" altLang="en-US" dirty="0"/>
              <a:t>・移動速度低下</a:t>
            </a:r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マグマ</a:t>
            </a:r>
            <a:endParaRPr lang="en-US" altLang="ja-JP" dirty="0"/>
          </a:p>
          <a:p>
            <a:r>
              <a:rPr lang="ja-JP" altLang="en-US" dirty="0"/>
              <a:t>・ダメージ</a:t>
            </a:r>
            <a:endParaRPr lang="en-US" altLang="ja-JP" dirty="0"/>
          </a:p>
          <a:p>
            <a:r>
              <a:rPr lang="ja-JP" altLang="en-US" dirty="0"/>
              <a:t>（もし体力バーなどあれば）</a:t>
            </a:r>
            <a:endParaRPr lang="en-US" altLang="ja-JP" dirty="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935DE07-B027-4958-F5DE-EC3BD0DED28A}"/>
              </a:ext>
            </a:extLst>
          </p:cNvPr>
          <p:cNvSpPr/>
          <p:nvPr/>
        </p:nvSpPr>
        <p:spPr>
          <a:xfrm>
            <a:off x="3913947" y="4426487"/>
            <a:ext cx="1037118" cy="46094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楕円 27">
            <a:extLst>
              <a:ext uri="{FF2B5EF4-FFF2-40B4-BE49-F238E27FC236}">
                <a16:creationId xmlns:a16="http://schemas.microsoft.com/office/drawing/2014/main" id="{E748709D-B87C-464E-DE45-41F519F9E025}"/>
              </a:ext>
            </a:extLst>
          </p:cNvPr>
          <p:cNvSpPr/>
          <p:nvPr/>
        </p:nvSpPr>
        <p:spPr>
          <a:xfrm>
            <a:off x="2108090" y="2807373"/>
            <a:ext cx="662709" cy="6846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楕円 29">
            <a:extLst>
              <a:ext uri="{FF2B5EF4-FFF2-40B4-BE49-F238E27FC236}">
                <a16:creationId xmlns:a16="http://schemas.microsoft.com/office/drawing/2014/main" id="{974E3F9D-36FF-11A1-A010-20E43362A404}"/>
              </a:ext>
            </a:extLst>
          </p:cNvPr>
          <p:cNvSpPr/>
          <p:nvPr/>
        </p:nvSpPr>
        <p:spPr>
          <a:xfrm>
            <a:off x="3512128" y="3612341"/>
            <a:ext cx="662709" cy="6846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090131BB-E4CC-8DD3-572A-AB56B4BB8EA0}"/>
              </a:ext>
            </a:extLst>
          </p:cNvPr>
          <p:cNvSpPr/>
          <p:nvPr/>
        </p:nvSpPr>
        <p:spPr>
          <a:xfrm>
            <a:off x="3159879" y="1211211"/>
            <a:ext cx="662709" cy="6846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楕円 33">
            <a:extLst>
              <a:ext uri="{FF2B5EF4-FFF2-40B4-BE49-F238E27FC236}">
                <a16:creationId xmlns:a16="http://schemas.microsoft.com/office/drawing/2014/main" id="{3ED1E6C7-7388-A7D3-B703-A8D549F5B6F0}"/>
              </a:ext>
            </a:extLst>
          </p:cNvPr>
          <p:cNvSpPr/>
          <p:nvPr/>
        </p:nvSpPr>
        <p:spPr>
          <a:xfrm>
            <a:off x="5488021" y="3149697"/>
            <a:ext cx="662709" cy="6846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9979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ワイド画面</PresentationFormat>
  <Paragraphs>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Shido Inomata</dc:creator>
  <cp:lastModifiedBy>Shido Inomata</cp:lastModifiedBy>
  <cp:revision>1</cp:revision>
  <dcterms:created xsi:type="dcterms:W3CDTF">2026-07-01T02:59:30Z</dcterms:created>
  <dcterms:modified xsi:type="dcterms:W3CDTF">2026-07-01T02:59:58Z</dcterms:modified>
</cp:coreProperties>
</file>