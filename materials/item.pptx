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CA628F-EE1E-198A-E5CF-E82B9D0E5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D7A292-4113-44EB-15C3-BDF0A1C43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F03B38-404E-966B-1F96-D07334199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0CAE-B734-409A-8655-EF2D03B1C7B6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509693-0ED8-1C47-9FA3-9F64CD3A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4D4EE4-DD17-4E48-01A3-01BC4A597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0012-66D5-4AA2-AC5D-0A8D703A4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222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78CF5C-BE26-77A1-597F-02EC450AC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737A52-6287-1B83-4436-69D932603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A4554C-6A27-2D95-C1FD-4EAE33552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0CAE-B734-409A-8655-EF2D03B1C7B6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294F5F-0CCD-403B-6EB1-BD9880DAA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121574-AC3F-2B8C-FADF-E590B029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0012-66D5-4AA2-AC5D-0A8D703A4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50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547824-638B-78E1-B7E6-2642B0CC9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DAF0E4-4A3F-7354-6147-9403B8BBA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A8BFB1-503E-BD67-ED75-5D3D5C5B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0CAE-B734-409A-8655-EF2D03B1C7B6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BD7CCB-B257-8652-1F09-FADB93A31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0A18D0-EE12-1B97-588B-B3FF2985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0012-66D5-4AA2-AC5D-0A8D703A4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0188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E50861-4EC7-465B-638E-746D2DFCE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0D3882-1233-37C1-8BC0-02BC3499E2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72E1902-299A-C961-7DEA-417C87389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4F1D40-D56C-CFA3-7362-8B6A0514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0CAE-B734-409A-8655-EF2D03B1C7B6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6912BF-668B-ACB0-63F1-D1674515D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6732B9-F3C5-4983-BDE2-6A7596BF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0012-66D5-4AA2-AC5D-0A8D703A4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5556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86091D-7BB3-CB36-A8ED-F3C008AE0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F59AE1-18A7-D9DF-4B26-A564D7F28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318BB1-89F4-3EC6-16BA-4853576DE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D22571C-3E7B-8843-2381-741A0D3AB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33F2C6F-657D-8C1C-A97C-C1FE5314D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31BFEA1-1DD2-3397-DFD2-0C7E9091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0CAE-B734-409A-8655-EF2D03B1C7B6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3A5FDF6-089E-BB77-8980-7F7C4A34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90E9681-DCAB-7201-E1D1-8069E42A7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0012-66D5-4AA2-AC5D-0A8D703A4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544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EA4116-1B8B-5608-D54A-F36CD17F2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8F6CC6E-6D48-608F-4EAB-53C862790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0CAE-B734-409A-8655-EF2D03B1C7B6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D5B466-1624-FE65-84D6-F04481D7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B82D53-7737-6E5B-36DD-218E60127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0012-66D5-4AA2-AC5D-0A8D703A4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313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1F03BF9-0353-8A49-3C1D-AF80B0D8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0CAE-B734-409A-8655-EF2D03B1C7B6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88DC1D8-213D-E731-E7F4-95886C6ED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C24E66-0CCA-2E41-92DF-C5E8F7BB0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0012-66D5-4AA2-AC5D-0A8D703A4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652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888CD1-31EE-EB51-25BC-5E8932928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7F417F-6671-B819-A264-28EAA215B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B4616D-5F9F-2CE6-CCB6-4D16DE30B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F5A382-2FA1-EFB8-FE3E-DF9289DEA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0CAE-B734-409A-8655-EF2D03B1C7B6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154373-EC8B-91DC-F255-58C69CEF1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42154B-D8EB-F37D-526D-F5BD13164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0012-66D5-4AA2-AC5D-0A8D703A4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02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C5453C-F4F4-8523-EEE4-338EBFD5A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FABB5B6-B03C-FA2F-4396-C081E6CEF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00FF85-E433-FE5D-4A6A-2A7E07E28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FE242D-F817-824F-188C-F0AD367C9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0CAE-B734-409A-8655-EF2D03B1C7B6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5905AB-8470-599E-43A2-80316DEB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202528-1E97-D181-94C3-2CA19D38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0012-66D5-4AA2-AC5D-0A8D703A4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6457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B92C24-1050-FABD-155B-077282D6C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9EB263D-E49F-D10E-BF90-0262E6508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4979B6-3465-2CA6-75BA-3F470389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0CAE-B734-409A-8655-EF2D03B1C7B6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5B5F21-1973-0F78-BD14-D2812ABA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AC8D6D-7207-E165-5AC2-AE3D511F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0012-66D5-4AA2-AC5D-0A8D703A4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001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D319CCF-43D2-6B55-2F14-1815D54C2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073D0E-E976-BAD4-2316-32904441E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5FE1A4-0906-D6E9-C2A9-0EBEACA3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0CAE-B734-409A-8655-EF2D03B1C7B6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1AC9C2-E616-9300-8218-4A41EE63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6C0875-D4D0-BA01-966B-641E18E12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0012-66D5-4AA2-AC5D-0A8D703A4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015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005A32F-0901-25BA-0CA2-99239FFA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1E3FA7-5EAC-64F9-0443-758638426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2B9256-9AB9-E9AF-1120-7953B87C3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7F0CAE-B734-409A-8655-EF2D03B1C7B6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95F168-1036-903E-B909-A70F0F47F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62D293-F2B8-7935-B57A-65489F162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20012-66D5-4AA2-AC5D-0A8D703A4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8884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BD3D681-1E28-F981-EC46-009AD7E99FF2}"/>
              </a:ext>
            </a:extLst>
          </p:cNvPr>
          <p:cNvSpPr txBox="1"/>
          <p:nvPr/>
        </p:nvSpPr>
        <p:spPr>
          <a:xfrm>
            <a:off x="238125" y="352425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/>
              <a:t>アイテム効果候補一覧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B30F4A13-F101-F993-06D8-E334200F2E10}"/>
              </a:ext>
            </a:extLst>
          </p:cNvPr>
          <p:cNvCxnSpPr>
            <a:cxnSpLocks/>
          </p:cNvCxnSpPr>
          <p:nvPr/>
        </p:nvCxnSpPr>
        <p:spPr>
          <a:xfrm>
            <a:off x="253235" y="946916"/>
            <a:ext cx="3775840" cy="0"/>
          </a:xfrm>
          <a:prstGeom prst="line">
            <a:avLst/>
          </a:prstGeom>
          <a:ln w="107950">
            <a:solidFill>
              <a:srgbClr val="FF99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C6A2942-E865-595A-5021-C6DEC602B754}"/>
              </a:ext>
            </a:extLst>
          </p:cNvPr>
          <p:cNvSpPr/>
          <p:nvPr/>
        </p:nvSpPr>
        <p:spPr>
          <a:xfrm>
            <a:off x="795381" y="1590038"/>
            <a:ext cx="5056937" cy="1943737"/>
          </a:xfrm>
          <a:prstGeom prst="roundRect">
            <a:avLst/>
          </a:prstGeom>
          <a:noFill/>
          <a:ln w="57150">
            <a:solidFill>
              <a:srgbClr val="FF99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7524785-CFE7-5CC1-3160-C2FD572C12AF}"/>
              </a:ext>
            </a:extLst>
          </p:cNvPr>
          <p:cNvSpPr/>
          <p:nvPr/>
        </p:nvSpPr>
        <p:spPr>
          <a:xfrm>
            <a:off x="6383814" y="1590037"/>
            <a:ext cx="5056937" cy="1943737"/>
          </a:xfrm>
          <a:prstGeom prst="roundRect">
            <a:avLst/>
          </a:prstGeom>
          <a:noFill/>
          <a:ln w="57150">
            <a:solidFill>
              <a:srgbClr val="FF99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37EE810-9C0F-D61F-30AD-492C8A82288D}"/>
              </a:ext>
            </a:extLst>
          </p:cNvPr>
          <p:cNvSpPr/>
          <p:nvPr/>
        </p:nvSpPr>
        <p:spPr>
          <a:xfrm>
            <a:off x="795381" y="4028437"/>
            <a:ext cx="5056937" cy="1943737"/>
          </a:xfrm>
          <a:prstGeom prst="roundRect">
            <a:avLst/>
          </a:prstGeom>
          <a:noFill/>
          <a:ln w="57150">
            <a:solidFill>
              <a:srgbClr val="FF99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3C500F04-321A-F43F-88AC-CD27AFF9EED6}"/>
              </a:ext>
            </a:extLst>
          </p:cNvPr>
          <p:cNvSpPr/>
          <p:nvPr/>
        </p:nvSpPr>
        <p:spPr>
          <a:xfrm>
            <a:off x="6383814" y="4028436"/>
            <a:ext cx="5056937" cy="1943737"/>
          </a:xfrm>
          <a:prstGeom prst="roundRect">
            <a:avLst/>
          </a:prstGeom>
          <a:noFill/>
          <a:ln w="57150">
            <a:solidFill>
              <a:srgbClr val="FF99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9716080-FA2C-2037-9832-B36FEECFAE96}"/>
              </a:ext>
            </a:extLst>
          </p:cNvPr>
          <p:cNvSpPr txBox="1"/>
          <p:nvPr/>
        </p:nvSpPr>
        <p:spPr>
          <a:xfrm>
            <a:off x="1044257" y="1328427"/>
            <a:ext cx="162095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2800" b="1" dirty="0"/>
              <a:t>バフ効果</a:t>
            </a:r>
            <a:endParaRPr kumimoji="1" lang="ja-JP" altLang="en-US" sz="2800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E2D9BCD-CE61-1064-5AA0-25C1D1D50E67}"/>
              </a:ext>
            </a:extLst>
          </p:cNvPr>
          <p:cNvSpPr txBox="1"/>
          <p:nvPr/>
        </p:nvSpPr>
        <p:spPr>
          <a:xfrm>
            <a:off x="1044257" y="3766826"/>
            <a:ext cx="1980029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2800" b="1" dirty="0"/>
              <a:t>デバフ効果</a:t>
            </a:r>
            <a:endParaRPr kumimoji="1" lang="ja-JP" altLang="en-US" sz="2800" b="1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686A213-B43B-6993-8034-13E07C84BDCC}"/>
              </a:ext>
            </a:extLst>
          </p:cNvPr>
          <p:cNvSpPr txBox="1"/>
          <p:nvPr/>
        </p:nvSpPr>
        <p:spPr>
          <a:xfrm>
            <a:off x="6631701" y="1328427"/>
            <a:ext cx="902811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2800" b="1" dirty="0"/>
              <a:t>攻撃</a:t>
            </a:r>
            <a:endParaRPr kumimoji="1" lang="ja-JP" altLang="en-US" sz="2800" b="1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DF45A1E-FC25-C35B-3157-FF61A500579D}"/>
              </a:ext>
            </a:extLst>
          </p:cNvPr>
          <p:cNvSpPr txBox="1"/>
          <p:nvPr/>
        </p:nvSpPr>
        <p:spPr>
          <a:xfrm>
            <a:off x="6631701" y="3766826"/>
            <a:ext cx="902811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800" b="1" dirty="0"/>
              <a:t>防御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F7A7EBC-4814-2677-2675-4A879348195E}"/>
              </a:ext>
            </a:extLst>
          </p:cNvPr>
          <p:cNvSpPr txBox="1"/>
          <p:nvPr/>
        </p:nvSpPr>
        <p:spPr>
          <a:xfrm>
            <a:off x="943896" y="1974774"/>
            <a:ext cx="498405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/>
              <a:t>・移動速度上昇</a:t>
            </a:r>
            <a:endParaRPr kumimoji="1" lang="en-US" altLang="ja-JP" sz="2000" b="1" dirty="0"/>
          </a:p>
          <a:p>
            <a:r>
              <a:rPr kumimoji="1" lang="ja-JP" altLang="en-US" sz="2000" b="1" dirty="0"/>
              <a:t>　</a:t>
            </a:r>
            <a:r>
              <a:rPr lang="ja-JP" altLang="en-US" sz="2000" dirty="0"/>
              <a:t>自分の移動速度</a:t>
            </a:r>
            <a:r>
              <a:rPr lang="en-US" altLang="ja-JP" sz="2000" dirty="0"/>
              <a:t>×1.5</a:t>
            </a:r>
          </a:p>
          <a:p>
            <a:r>
              <a:rPr kumimoji="1" lang="ja-JP" altLang="en-US" sz="2000" b="1" dirty="0"/>
              <a:t>・身隠し</a:t>
            </a:r>
            <a:endParaRPr kumimoji="1" lang="en-US" altLang="ja-JP" sz="2000" b="1" dirty="0"/>
          </a:p>
          <a:p>
            <a:r>
              <a:rPr lang="ja-JP" altLang="en-US" sz="2000" dirty="0"/>
              <a:t>　敵が察知できなくなる（触れるのは☓）</a:t>
            </a:r>
            <a:endParaRPr kumimoji="1" lang="ja-JP" altLang="en-US" sz="20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BA69498-0313-D785-29CE-F1BD9A2AFDEC}"/>
              </a:ext>
            </a:extLst>
          </p:cNvPr>
          <p:cNvSpPr txBox="1"/>
          <p:nvPr/>
        </p:nvSpPr>
        <p:spPr>
          <a:xfrm>
            <a:off x="943896" y="4367159"/>
            <a:ext cx="39853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/>
              <a:t>・移動速度低下</a:t>
            </a:r>
            <a:endParaRPr kumimoji="1" lang="en-US" altLang="ja-JP" sz="2000" b="1" dirty="0"/>
          </a:p>
          <a:p>
            <a:r>
              <a:rPr kumimoji="1" lang="ja-JP" altLang="en-US" sz="2000" b="1" dirty="0"/>
              <a:t>　</a:t>
            </a:r>
            <a:r>
              <a:rPr lang="ja-JP" altLang="en-US" sz="2000" dirty="0"/>
              <a:t>敵の移動速度</a:t>
            </a:r>
            <a:r>
              <a:rPr lang="en-US" altLang="ja-JP" sz="2000" dirty="0"/>
              <a:t>×0.75</a:t>
            </a:r>
          </a:p>
          <a:p>
            <a:r>
              <a:rPr kumimoji="1" lang="ja-JP" altLang="en-US" sz="2000" b="1" dirty="0"/>
              <a:t>・移動不可</a:t>
            </a:r>
            <a:endParaRPr kumimoji="1" lang="en-US" altLang="ja-JP" sz="2000" b="1" dirty="0"/>
          </a:p>
          <a:p>
            <a:r>
              <a:rPr lang="ja-JP" altLang="en-US" sz="2000" dirty="0"/>
              <a:t>　敵が</a:t>
            </a:r>
            <a:r>
              <a:rPr lang="en-US" altLang="ja-JP" sz="2000" dirty="0"/>
              <a:t>2~3</a:t>
            </a:r>
            <a:r>
              <a:rPr lang="ja-JP" altLang="en-US" sz="2000" dirty="0"/>
              <a:t>秒間移動できなくなる</a:t>
            </a:r>
            <a:endParaRPr kumimoji="1" lang="ja-JP" altLang="en-US" sz="20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964F568-B194-6F78-AEA9-9143C72390D4}"/>
              </a:ext>
            </a:extLst>
          </p:cNvPr>
          <p:cNvSpPr txBox="1"/>
          <p:nvPr/>
        </p:nvSpPr>
        <p:spPr>
          <a:xfrm>
            <a:off x="6535071" y="4367159"/>
            <a:ext cx="515237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/>
              <a:t>・無敵</a:t>
            </a:r>
            <a:endParaRPr kumimoji="1" lang="en-US" altLang="ja-JP" sz="2000" b="1" dirty="0"/>
          </a:p>
          <a:p>
            <a:r>
              <a:rPr kumimoji="1" lang="ja-JP" altLang="en-US" sz="2000" b="1" dirty="0"/>
              <a:t>　</a:t>
            </a:r>
            <a:r>
              <a:rPr kumimoji="1" lang="ja-JP" altLang="en-US" sz="2000" dirty="0"/>
              <a:t>敵に触れても耐える（</a:t>
            </a:r>
            <a:r>
              <a:rPr kumimoji="1" lang="en-US" altLang="ja-JP" sz="2000" dirty="0"/>
              <a:t>1.5</a:t>
            </a:r>
            <a:r>
              <a:rPr kumimoji="1" lang="ja-JP" altLang="en-US" sz="2000" dirty="0"/>
              <a:t>秒間移動不可）</a:t>
            </a:r>
            <a:endParaRPr lang="en-US" altLang="ja-JP" sz="2000" dirty="0"/>
          </a:p>
          <a:p>
            <a:r>
              <a:rPr kumimoji="1" lang="ja-JP" altLang="en-US" sz="2000" b="1" dirty="0"/>
              <a:t>・すり抜け</a:t>
            </a:r>
            <a:endParaRPr lang="en-US" altLang="ja-JP" sz="2000" b="1" dirty="0"/>
          </a:p>
          <a:p>
            <a:r>
              <a:rPr lang="ja-JP" altLang="en-US" sz="2000" dirty="0"/>
              <a:t>　敵をすり抜けて移動できる（</a:t>
            </a:r>
            <a:r>
              <a:rPr lang="en-US" altLang="ja-JP" sz="2000" dirty="0"/>
              <a:t>3</a:t>
            </a:r>
            <a:r>
              <a:rPr lang="ja-JP" altLang="en-US" sz="2000" dirty="0"/>
              <a:t>秒間）</a:t>
            </a:r>
            <a:endParaRPr kumimoji="1" lang="ja-JP" altLang="en-US" sz="20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14962C5-81C5-E6A4-EE78-9D2C88A37E23}"/>
              </a:ext>
            </a:extLst>
          </p:cNvPr>
          <p:cNvSpPr txBox="1"/>
          <p:nvPr/>
        </p:nvSpPr>
        <p:spPr>
          <a:xfrm>
            <a:off x="6535070" y="1974773"/>
            <a:ext cx="403187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/>
              <a:t>・敵の排除</a:t>
            </a:r>
            <a:endParaRPr kumimoji="1" lang="en-US" altLang="ja-JP" sz="2000" b="1" dirty="0"/>
          </a:p>
          <a:p>
            <a:r>
              <a:rPr kumimoji="1" lang="ja-JP" altLang="en-US" sz="2000" b="1" dirty="0"/>
              <a:t>　</a:t>
            </a:r>
            <a:r>
              <a:rPr lang="ja-JP" altLang="en-US" sz="2000" dirty="0"/>
              <a:t>アイテムを当てると敵が消滅</a:t>
            </a:r>
            <a:endParaRPr lang="en-US" altLang="ja-JP" sz="2000" dirty="0"/>
          </a:p>
          <a:p>
            <a:r>
              <a:rPr kumimoji="1" lang="ja-JP" altLang="en-US" sz="2000" b="1" dirty="0"/>
              <a:t>・敵のアイテム化（難易度高？）</a:t>
            </a:r>
            <a:endParaRPr kumimoji="1" lang="en-US" altLang="ja-JP" sz="2000" b="1" dirty="0"/>
          </a:p>
          <a:p>
            <a:r>
              <a:rPr lang="ja-JP" altLang="en-US" sz="2000" dirty="0"/>
              <a:t>　敵をどれかのアイテムにする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53319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113</Words>
  <Application>Microsoft Office PowerPoint</Application>
  <PresentationFormat>ワイド画面</PresentationFormat>
  <Paragraphs>21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NOMURA Yuki</dc:creator>
  <cp:lastModifiedBy>NOMURA Yuki</cp:lastModifiedBy>
  <cp:revision>3</cp:revision>
  <dcterms:created xsi:type="dcterms:W3CDTF">2026-07-05T06:44:53Z</dcterms:created>
  <dcterms:modified xsi:type="dcterms:W3CDTF">2026-07-06T10:54:14Z</dcterms:modified>
</cp:coreProperties>
</file>