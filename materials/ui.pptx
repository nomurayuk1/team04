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8" r:id="rId5"/>
    <p:sldId id="256" r:id="rId6"/>
    <p:sldId id="262" r:id="rId7"/>
    <p:sldId id="261" r:id="rId8"/>
    <p:sldId id="263" r:id="rId9"/>
    <p:sldId id="260" r:id="rId10"/>
    <p:sldId id="257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4B35"/>
    <a:srgbClr val="F59E5D"/>
    <a:srgbClr val="E9B269"/>
    <a:srgbClr val="FFFFFF"/>
    <a:srgbClr val="57312F"/>
    <a:srgbClr val="530662"/>
    <a:srgbClr val="790890"/>
    <a:srgbClr val="723C90"/>
    <a:srgbClr val="E6D6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742EE-3559-4F73-8A4A-BE3EAB0F96B9}" v="48" dt="2026-07-02T16:57:02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8D0A4-B71B-4000-B61C-EAE135873E08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73997-F543-4CAE-8FFB-FDBF8F0E1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66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E31633-82CD-91B2-4365-5F9BC0A64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123913E-0F51-2358-F7B5-980479AC7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E486C4-F931-EAA0-3C63-B5B62F658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A43CCE-72E2-9548-53EF-3ECF6F5C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FE59D9-2556-468D-0AA2-4D69ABED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96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0770A-E2FB-9D07-3D2B-F2C2730B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585166-2381-D7B4-967A-A74272E3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34FFBC-5FA1-56C6-1F62-CF02B04C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F784B9-437E-3597-FACD-00A17E5C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CE8472-5D21-4F7C-8306-F1800DED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495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D87C1A-FEB8-5933-C90C-C589D963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5C981C-53CE-D22A-A839-E7663725B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ECD55-F57C-5865-CAEB-E69393542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7AA098-6B17-AB79-102A-601989485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C3C61-73E0-46B1-B219-AB3CBD88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63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E05492-5548-FF09-7538-FB15AD37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1C2704-9644-FF58-EA83-E17D0698D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FBF78D-3E26-4827-9B4D-C7F57AAD4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7CA40A-6C30-0805-0631-034E652AD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DF045E-289B-9C86-D545-4100386B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FABE46-F3EC-A8A1-1BAD-E0BFC89D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131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A959B7-1742-3F3E-2BBF-A625B95E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90B679-D7B6-4CEC-3B21-1CB3572A6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62A831-9BAD-FDF2-0945-07EA247B6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95DDCE-CAD8-5BD1-90D0-70E2FCEAC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BA5B6E-2746-04FB-4229-71DBF15BB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C99AF81-7B59-EE29-F7EA-4D4D3CF9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B3D528-0DED-C845-1D66-C4E9EE6B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AC9679-1EEF-7743-3987-684B0CDA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34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4A919D-4ED6-F854-1E65-308B6871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8845E0-E552-6577-BE4A-5015D4D1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A71410-58AE-4EF7-7CD4-49BC998E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6F3F4F-40EA-4C9D-5204-43864AC3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EFD6BD-1763-A313-579F-407C5E4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A52F30-ADEC-6FD8-C680-5ACDB064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4504B-4DBD-00E5-2277-55ED41EE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66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94AF6-A458-6009-A652-68204D88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8BA24A-EB2E-8B12-5252-3EC0F823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207F8A-0B3F-1412-74DF-BCCFD76B0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A3D2C3-C1A8-2743-0C32-E1D5A08E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C2BFE9-0CBF-B90C-7199-D1CB3316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B12FEF-BE2F-9B6E-ABE9-A25BD711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297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62C971-8F2B-C2C6-B7DC-FBEA936C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6BFA277-0576-126E-6588-8D0B4B832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533412-40F0-0D07-FFFF-B45C98398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B04FF0-69C9-A744-D707-DEBEC6ED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B47575-DF54-B881-3BEA-EF8B25223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C33927-DC04-7B56-BDF7-F1DC4F9A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81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4DC968-3E17-FD52-F3FE-87A2CDA8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0AE7FB-88B9-BDE1-0B9C-D64A71CE3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30EFAA-D09B-D3D0-A9E3-A2678C22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9D6D55-C9EF-AD4F-B4D6-76E882A0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E6184E-0A5B-CA83-D7F9-8906E13C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65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ABF495-BA38-AE92-5725-9E0A37D4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703B69-455C-EE5E-7F8C-CA22940EE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64C7DC-8603-E91B-166C-A78489AF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B7D600-92CE-64B9-BC66-57ED1686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19087D-54AD-FC06-6C5C-B6072916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0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06D923E-D6A9-F2D3-3383-8717F90F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37CCA5-C62C-905D-65D8-58F75052C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49E642-6057-5162-3579-A921ED5E1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1CA71-03FC-4D2C-8918-8F3A69DD5E62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D3ACD2-CBB2-7258-7379-E41834A42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687CB4-73CE-DE44-BD60-750DBC8F4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ECAAB-CD3C-4C0D-9BB7-24C3F85C15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0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FA8339-465F-2533-1187-F8C4BAF4B519}"/>
              </a:ext>
            </a:extLst>
          </p:cNvPr>
          <p:cNvSpPr txBox="1"/>
          <p:nvPr/>
        </p:nvSpPr>
        <p:spPr>
          <a:xfrm>
            <a:off x="2768867" y="2313750"/>
            <a:ext cx="7202905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1500"/>
              </a:spcBef>
              <a:buNone/>
            </a:pPr>
            <a:r>
              <a:rPr lang="ja-JP" altLang="ja-JP" sz="4400" b="1" i="0" dirty="0">
                <a:effectLst/>
                <a:latin typeface="Urbanist"/>
              </a:rPr>
              <a:t>ソフトウェア工学Ⅱ</a:t>
            </a:r>
            <a:endParaRPr lang="en-US" altLang="ja-JP" sz="4400" b="1" i="0" dirty="0">
              <a:effectLst/>
              <a:latin typeface="Urbanist"/>
            </a:endParaRPr>
          </a:p>
          <a:p>
            <a:pPr marL="0" marR="0" indent="0" algn="ctr">
              <a:spcBef>
                <a:spcPts val="1500"/>
              </a:spcBef>
              <a:buNone/>
            </a:pPr>
            <a:r>
              <a:rPr lang="ja-JP" altLang="ja-JP" sz="4400" b="1" i="0" dirty="0">
                <a:effectLst/>
                <a:latin typeface="Urbanist"/>
              </a:rPr>
              <a:t>ゲームUI設計案</a:t>
            </a:r>
            <a:endParaRPr lang="en-US" altLang="ja-JP" sz="4400" b="1" i="0" dirty="0">
              <a:effectLst/>
              <a:latin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350931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5F6444D-BB15-6C03-D69E-85A7F4CB100C}"/>
              </a:ext>
            </a:extLst>
          </p:cNvPr>
          <p:cNvSpPr/>
          <p:nvPr/>
        </p:nvSpPr>
        <p:spPr>
          <a:xfrm>
            <a:off x="716281" y="1231051"/>
            <a:ext cx="7040880" cy="548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3DD2D8-3C45-51B0-08B3-6446666C6194}"/>
              </a:ext>
            </a:extLst>
          </p:cNvPr>
          <p:cNvSpPr txBox="1"/>
          <p:nvPr/>
        </p:nvSpPr>
        <p:spPr>
          <a:xfrm>
            <a:off x="947803" y="339807"/>
            <a:ext cx="4555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ea typeface="BIZ UDPゴシック" panose="020B0400000000000000" pitchFamily="50" charset="-128"/>
              </a:rPr>
              <a:t>タイトル画面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F8DE97-9105-A54A-9711-07FC4D74AC56}"/>
              </a:ext>
            </a:extLst>
          </p:cNvPr>
          <p:cNvSpPr txBox="1"/>
          <p:nvPr/>
        </p:nvSpPr>
        <p:spPr>
          <a:xfrm>
            <a:off x="2176919" y="2239073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dirty="0">
                <a:solidFill>
                  <a:srgbClr val="F59E5D"/>
                </a:solidFill>
              </a:rPr>
              <a:t>迷宮の宝を探せ！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83B923-5F27-5704-C92B-36D95A39434B}"/>
              </a:ext>
            </a:extLst>
          </p:cNvPr>
          <p:cNvSpPr txBox="1"/>
          <p:nvPr/>
        </p:nvSpPr>
        <p:spPr>
          <a:xfrm>
            <a:off x="2466479" y="307174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～全ての宝を集めて脱出せよ～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E954380-B551-486F-D701-77C5CA276ECB}"/>
              </a:ext>
            </a:extLst>
          </p:cNvPr>
          <p:cNvSpPr/>
          <p:nvPr/>
        </p:nvSpPr>
        <p:spPr>
          <a:xfrm>
            <a:off x="2820430" y="4249092"/>
            <a:ext cx="2578771" cy="611522"/>
          </a:xfrm>
          <a:prstGeom prst="roundRect">
            <a:avLst/>
          </a:prstGeom>
          <a:solidFill>
            <a:srgbClr val="57312F"/>
          </a:solidFill>
          <a:ln w="28575">
            <a:solidFill>
              <a:srgbClr val="514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ゲーム</a:t>
            </a:r>
            <a:r>
              <a:rPr lang="ja-JP" altLang="en-US" sz="2000" b="1" dirty="0"/>
              <a:t>開始</a:t>
            </a:r>
            <a:endParaRPr kumimoji="1" lang="ja-JP" altLang="en-US" sz="2000" b="1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5A173D4-897C-48B1-8465-75E065BE4EF6}"/>
              </a:ext>
            </a:extLst>
          </p:cNvPr>
          <p:cNvSpPr/>
          <p:nvPr/>
        </p:nvSpPr>
        <p:spPr>
          <a:xfrm>
            <a:off x="2820429" y="4989138"/>
            <a:ext cx="2578772" cy="591064"/>
          </a:xfrm>
          <a:prstGeom prst="roundRect">
            <a:avLst/>
          </a:prstGeom>
          <a:solidFill>
            <a:srgbClr val="57312F"/>
          </a:solidFill>
          <a:ln w="38100">
            <a:solidFill>
              <a:srgbClr val="514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オプション</a:t>
            </a:r>
            <a:endParaRPr kumimoji="1" lang="ja-JP" altLang="en-US" sz="2000" b="1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5980D5F-090A-87F0-2635-42D21CCA4748}"/>
              </a:ext>
            </a:extLst>
          </p:cNvPr>
          <p:cNvSpPr/>
          <p:nvPr/>
        </p:nvSpPr>
        <p:spPr>
          <a:xfrm>
            <a:off x="2820430" y="5775423"/>
            <a:ext cx="2578772" cy="591064"/>
          </a:xfrm>
          <a:prstGeom prst="roundRect">
            <a:avLst/>
          </a:prstGeom>
          <a:solidFill>
            <a:srgbClr val="57312F"/>
          </a:solidFill>
          <a:ln w="38100">
            <a:solidFill>
              <a:srgbClr val="514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ゲーム終了</a:t>
            </a:r>
            <a:endParaRPr kumimoji="1" lang="ja-JP" altLang="en-US" sz="20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299D15-F210-6B72-045D-07E114502F98}"/>
              </a:ext>
            </a:extLst>
          </p:cNvPr>
          <p:cNvSpPr txBox="1"/>
          <p:nvPr/>
        </p:nvSpPr>
        <p:spPr>
          <a:xfrm>
            <a:off x="8037733" y="5021760"/>
            <a:ext cx="4108817" cy="64633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オプション：操作方法などを表示する</a:t>
            </a:r>
            <a:endParaRPr kumimoji="1" lang="en-US" altLang="ja-JP" dirty="0"/>
          </a:p>
          <a:p>
            <a:r>
              <a:rPr kumimoji="1" lang="ja-JP" altLang="en-US" dirty="0"/>
              <a:t>ボタン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CC1838-27A8-3005-93CB-CC015D374360}"/>
              </a:ext>
            </a:extLst>
          </p:cNvPr>
          <p:cNvSpPr txBox="1"/>
          <p:nvPr/>
        </p:nvSpPr>
        <p:spPr>
          <a:xfrm>
            <a:off x="8037733" y="4180935"/>
            <a:ext cx="4006225" cy="64633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ゲーム開始：ゲームを（ステージ</a:t>
            </a:r>
            <a:r>
              <a:rPr kumimoji="1" lang="en-US" altLang="ja-JP" dirty="0"/>
              <a:t>1</a:t>
            </a:r>
            <a:r>
              <a:rPr kumimoji="1" lang="ja-JP" altLang="en-US" dirty="0"/>
              <a:t>、</a:t>
            </a:r>
            <a:endParaRPr kumimoji="1" lang="en-US" altLang="ja-JP" dirty="0"/>
          </a:p>
          <a:p>
            <a:r>
              <a:rPr kumimoji="1" lang="ja-JP" altLang="en-US" dirty="0"/>
              <a:t>スコア</a:t>
            </a:r>
            <a:r>
              <a:rPr kumimoji="1" lang="en-US" altLang="ja-JP" dirty="0"/>
              <a:t>0</a:t>
            </a:r>
            <a:r>
              <a:rPr lang="ja-JP" altLang="en-US" dirty="0"/>
              <a:t>）から新しく開始するボタン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79F7520-E961-1A29-D9E7-075A5EA8DE48}"/>
              </a:ext>
            </a:extLst>
          </p:cNvPr>
          <p:cNvSpPr txBox="1"/>
          <p:nvPr/>
        </p:nvSpPr>
        <p:spPr>
          <a:xfrm>
            <a:off x="8037733" y="5997155"/>
            <a:ext cx="3877985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ゲーム終了</a:t>
            </a:r>
            <a:r>
              <a:rPr kumimoji="1" lang="ja-JP" altLang="en-US" dirty="0"/>
              <a:t>：ゲーム終了するボタン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249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93F92B7-65C3-C632-FE1F-CB51C58B1D77}"/>
              </a:ext>
            </a:extLst>
          </p:cNvPr>
          <p:cNvSpPr/>
          <p:nvPr/>
        </p:nvSpPr>
        <p:spPr>
          <a:xfrm>
            <a:off x="2276657" y="1143634"/>
            <a:ext cx="6689556" cy="38226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/>
              <a:t>ゲーム画面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1267387-BC58-3B4A-9556-C39850F9204A}"/>
              </a:ext>
            </a:extLst>
          </p:cNvPr>
          <p:cNvSpPr/>
          <p:nvPr/>
        </p:nvSpPr>
        <p:spPr>
          <a:xfrm>
            <a:off x="2276657" y="1143634"/>
            <a:ext cx="6689555" cy="71779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A70E70F-D723-E30B-F473-921B49E3B811}"/>
              </a:ext>
            </a:extLst>
          </p:cNvPr>
          <p:cNvSpPr txBox="1"/>
          <p:nvPr/>
        </p:nvSpPr>
        <p:spPr>
          <a:xfrm>
            <a:off x="2933427" y="1275401"/>
            <a:ext cx="60785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敵の数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08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F5FBB86-7432-C7DD-C15C-E11D15199B48}"/>
              </a:ext>
            </a:extLst>
          </p:cNvPr>
          <p:cNvSpPr txBox="1"/>
          <p:nvPr/>
        </p:nvSpPr>
        <p:spPr>
          <a:xfrm>
            <a:off x="3579050" y="1275401"/>
            <a:ext cx="8322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</a:rPr>
              <a:t>宝の数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07/15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A06A73-85BD-88BA-F87A-E365E023C992}"/>
              </a:ext>
            </a:extLst>
          </p:cNvPr>
          <p:cNvSpPr txBox="1"/>
          <p:nvPr/>
        </p:nvSpPr>
        <p:spPr>
          <a:xfrm>
            <a:off x="4950400" y="1275400"/>
            <a:ext cx="94769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残り時間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lang="en-US" altLang="ja-JP" b="1" dirty="0">
                <a:solidFill>
                  <a:schemeClr val="bg1"/>
                </a:solidFill>
              </a:rPr>
              <a:t>02</a:t>
            </a:r>
            <a:r>
              <a:rPr lang="ja-JP" altLang="en-US" b="1" dirty="0">
                <a:solidFill>
                  <a:schemeClr val="bg1"/>
                </a:solidFill>
              </a:rPr>
              <a:t>：</a:t>
            </a:r>
            <a:r>
              <a:rPr lang="en-US" altLang="ja-JP" b="1" dirty="0">
                <a:solidFill>
                  <a:schemeClr val="bg1"/>
                </a:solidFill>
              </a:rPr>
              <a:t>45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2DCB6A5-178A-84FD-A754-56709F740E86}"/>
              </a:ext>
            </a:extLst>
          </p:cNvPr>
          <p:cNvSpPr txBox="1"/>
          <p:nvPr/>
        </p:nvSpPr>
        <p:spPr>
          <a:xfrm>
            <a:off x="6113651" y="1262643"/>
            <a:ext cx="71686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スコア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1250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C551432-0722-A40F-7AE8-F123A4D8A9BB}"/>
              </a:ext>
            </a:extLst>
          </p:cNvPr>
          <p:cNvSpPr txBox="1"/>
          <p:nvPr/>
        </p:nvSpPr>
        <p:spPr>
          <a:xfrm>
            <a:off x="7384862" y="1262642"/>
            <a:ext cx="183575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</a:rPr>
              <a:t>アイテム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煙</a:t>
            </a:r>
            <a:r>
              <a:rPr lang="en-US" altLang="ja-JP" b="1" dirty="0">
                <a:solidFill>
                  <a:schemeClr val="bg1"/>
                </a:solidFill>
              </a:rPr>
              <a:t>×2</a:t>
            </a:r>
            <a:r>
              <a:rPr lang="ja-JP" altLang="en-US" b="1" dirty="0">
                <a:solidFill>
                  <a:schemeClr val="bg1"/>
                </a:solidFill>
              </a:rPr>
              <a:t>　爆弾</a:t>
            </a:r>
            <a:r>
              <a:rPr lang="en-US" altLang="ja-JP" b="1" dirty="0">
                <a:solidFill>
                  <a:schemeClr val="bg1"/>
                </a:solidFill>
              </a:rPr>
              <a:t>×1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4D075AF-08AF-3C71-1844-83F89814DCB5}"/>
              </a:ext>
            </a:extLst>
          </p:cNvPr>
          <p:cNvSpPr/>
          <p:nvPr/>
        </p:nvSpPr>
        <p:spPr>
          <a:xfrm>
            <a:off x="2276647" y="4966301"/>
            <a:ext cx="6689555" cy="14505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F8D2A92-65C1-A3B3-D950-157B67B45C9F}"/>
              </a:ext>
            </a:extLst>
          </p:cNvPr>
          <p:cNvSpPr/>
          <p:nvPr/>
        </p:nvSpPr>
        <p:spPr>
          <a:xfrm>
            <a:off x="7571874" y="5025805"/>
            <a:ext cx="1394328" cy="137712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ミニマップ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27BF52E-AD9D-8FFF-F311-096553F21AF7}"/>
              </a:ext>
            </a:extLst>
          </p:cNvPr>
          <p:cNvSpPr/>
          <p:nvPr/>
        </p:nvSpPr>
        <p:spPr>
          <a:xfrm>
            <a:off x="3834062" y="5098067"/>
            <a:ext cx="3550799" cy="113445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514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敵に気づかれた！</a:t>
            </a:r>
            <a:endParaRPr kumimoji="1" lang="en-US" altLang="ja-JP" dirty="0"/>
          </a:p>
          <a:p>
            <a:r>
              <a:rPr lang="ja-JP" altLang="en-US" dirty="0"/>
              <a:t>逃げまくって回避せよ！</a:t>
            </a:r>
            <a:endParaRPr kumimoji="1" lang="ja-JP" altLang="en-US" dirty="0"/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09128DF2-5E44-73EF-3699-9C5D709418C0}"/>
              </a:ext>
            </a:extLst>
          </p:cNvPr>
          <p:cNvSpPr/>
          <p:nvPr/>
        </p:nvSpPr>
        <p:spPr>
          <a:xfrm rot="10800000">
            <a:off x="7008677" y="5946502"/>
            <a:ext cx="250793" cy="233815"/>
          </a:xfrm>
          <a:prstGeom prst="triangle">
            <a:avLst/>
          </a:prstGeom>
          <a:solidFill>
            <a:srgbClr val="514B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5707318-B2EB-1B25-D051-DFCE4E2038A9}"/>
              </a:ext>
            </a:extLst>
          </p:cNvPr>
          <p:cNvSpPr txBox="1"/>
          <p:nvPr/>
        </p:nvSpPr>
        <p:spPr>
          <a:xfrm>
            <a:off x="959378" y="441158"/>
            <a:ext cx="5700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ea typeface="BIZ UDPゴシック" panose="020B0400000000000000" pitchFamily="50" charset="-128"/>
              </a:rPr>
              <a:t>ゲーム</a:t>
            </a:r>
            <a:r>
              <a:rPr kumimoji="1" lang="ja-JP" altLang="en-US" sz="4000" b="1" dirty="0">
                <a:ea typeface="BIZ UDPゴシック" panose="020B0400000000000000" pitchFamily="50" charset="-128"/>
              </a:rPr>
              <a:t>画面（敵発見時）</a:t>
            </a:r>
          </a:p>
        </p:txBody>
      </p:sp>
    </p:spTree>
    <p:extLst>
      <p:ext uri="{BB962C8B-B14F-4D97-AF65-F5344CB8AC3E}">
        <p14:creationId xmlns:p14="http://schemas.microsoft.com/office/powerpoint/2010/main" val="2117510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6CC5C7-8500-03CB-43E8-A6317834CCDA}"/>
              </a:ext>
            </a:extLst>
          </p:cNvPr>
          <p:cNvSpPr/>
          <p:nvPr/>
        </p:nvSpPr>
        <p:spPr>
          <a:xfrm>
            <a:off x="2473427" y="1143634"/>
            <a:ext cx="6689556" cy="38226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/>
              <a:t>ゲーム画面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7AD128-4669-2280-8569-2FA92395BE72}"/>
              </a:ext>
            </a:extLst>
          </p:cNvPr>
          <p:cNvSpPr txBox="1"/>
          <p:nvPr/>
        </p:nvSpPr>
        <p:spPr>
          <a:xfrm>
            <a:off x="959378" y="304801"/>
            <a:ext cx="7529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ea typeface="BIZ UDPゴシック" panose="020B0400000000000000" pitchFamily="50" charset="-128"/>
              </a:rPr>
              <a:t>ゲーム</a:t>
            </a:r>
            <a:r>
              <a:rPr kumimoji="1" lang="ja-JP" altLang="en-US" sz="4000" b="1" dirty="0">
                <a:ea typeface="BIZ UDPゴシック" panose="020B0400000000000000" pitchFamily="50" charset="-128"/>
              </a:rPr>
              <a:t>画面（宝を入手したとき）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9D00682-1783-3236-B483-F7B6AAAB192E}"/>
              </a:ext>
            </a:extLst>
          </p:cNvPr>
          <p:cNvSpPr/>
          <p:nvPr/>
        </p:nvSpPr>
        <p:spPr>
          <a:xfrm>
            <a:off x="2473428" y="1143634"/>
            <a:ext cx="6689555" cy="71779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A60E41-EDCC-6987-9F4B-6FD03D2F4213}"/>
              </a:ext>
            </a:extLst>
          </p:cNvPr>
          <p:cNvSpPr txBox="1"/>
          <p:nvPr/>
        </p:nvSpPr>
        <p:spPr>
          <a:xfrm>
            <a:off x="4950400" y="1275400"/>
            <a:ext cx="94769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残り時間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lang="en-US" altLang="ja-JP" b="1" dirty="0">
                <a:solidFill>
                  <a:schemeClr val="bg1"/>
                </a:solidFill>
              </a:rPr>
              <a:t>02</a:t>
            </a:r>
            <a:r>
              <a:rPr lang="ja-JP" altLang="en-US" b="1" dirty="0">
                <a:solidFill>
                  <a:schemeClr val="bg1"/>
                </a:solidFill>
              </a:rPr>
              <a:t>：</a:t>
            </a:r>
            <a:r>
              <a:rPr lang="en-US" altLang="ja-JP" b="1" dirty="0">
                <a:solidFill>
                  <a:schemeClr val="bg1"/>
                </a:solidFill>
              </a:rPr>
              <a:t>45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BCC236C-D6AB-1668-99CF-A9DA20771DC7}"/>
              </a:ext>
            </a:extLst>
          </p:cNvPr>
          <p:cNvSpPr txBox="1"/>
          <p:nvPr/>
        </p:nvSpPr>
        <p:spPr>
          <a:xfrm>
            <a:off x="3579050" y="1275401"/>
            <a:ext cx="8322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</a:rPr>
              <a:t>宝の数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07/15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8B43DAA-5E22-1CBC-4093-FE8B4EE87E7E}"/>
              </a:ext>
            </a:extLst>
          </p:cNvPr>
          <p:cNvSpPr txBox="1"/>
          <p:nvPr/>
        </p:nvSpPr>
        <p:spPr>
          <a:xfrm>
            <a:off x="2933427" y="1275401"/>
            <a:ext cx="60785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敵の数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08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9B8A147-343B-7B00-C39C-4474E7F06EDE}"/>
              </a:ext>
            </a:extLst>
          </p:cNvPr>
          <p:cNvSpPr txBox="1"/>
          <p:nvPr/>
        </p:nvSpPr>
        <p:spPr>
          <a:xfrm>
            <a:off x="6113651" y="1262643"/>
            <a:ext cx="71686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スコア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1250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8F4BBBD-2D0D-2749-28EE-2B722C652597}"/>
              </a:ext>
            </a:extLst>
          </p:cNvPr>
          <p:cNvSpPr txBox="1"/>
          <p:nvPr/>
        </p:nvSpPr>
        <p:spPr>
          <a:xfrm>
            <a:off x="7384862" y="1262642"/>
            <a:ext cx="183575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</a:rPr>
              <a:t>アイテム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煙</a:t>
            </a:r>
            <a:r>
              <a:rPr lang="en-US" altLang="ja-JP" b="1" dirty="0">
                <a:solidFill>
                  <a:schemeClr val="bg1"/>
                </a:solidFill>
              </a:rPr>
              <a:t>×2</a:t>
            </a:r>
            <a:r>
              <a:rPr lang="ja-JP" altLang="en-US" b="1" dirty="0">
                <a:solidFill>
                  <a:schemeClr val="bg1"/>
                </a:solidFill>
              </a:rPr>
              <a:t>　爆弾</a:t>
            </a:r>
            <a:r>
              <a:rPr lang="en-US" altLang="ja-JP" b="1" dirty="0">
                <a:solidFill>
                  <a:schemeClr val="bg1"/>
                </a:solidFill>
              </a:rPr>
              <a:t>×1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D5D6628-149A-9AF0-D0B5-34DF5301F6DF}"/>
              </a:ext>
            </a:extLst>
          </p:cNvPr>
          <p:cNvSpPr/>
          <p:nvPr/>
        </p:nvSpPr>
        <p:spPr>
          <a:xfrm>
            <a:off x="2473426" y="4966301"/>
            <a:ext cx="6689555" cy="14505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D28A1E9-2EF4-3052-0F3B-FFDB53117810}"/>
              </a:ext>
            </a:extLst>
          </p:cNvPr>
          <p:cNvSpPr/>
          <p:nvPr/>
        </p:nvSpPr>
        <p:spPr>
          <a:xfrm>
            <a:off x="7836059" y="5055041"/>
            <a:ext cx="1326922" cy="12581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ミニマップ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E1AAED2-E31D-529D-49B1-D111A637CE65}"/>
              </a:ext>
            </a:extLst>
          </p:cNvPr>
          <p:cNvSpPr/>
          <p:nvPr/>
        </p:nvSpPr>
        <p:spPr>
          <a:xfrm>
            <a:off x="3834062" y="5098067"/>
            <a:ext cx="3550799" cy="113445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514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/>
              <a:t>宝を入手した！</a:t>
            </a:r>
            <a:endParaRPr kumimoji="1" lang="en-US" altLang="ja-JP" dirty="0"/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E03304E2-1F6B-96DF-A034-0B6E375F64AB}"/>
              </a:ext>
            </a:extLst>
          </p:cNvPr>
          <p:cNvSpPr/>
          <p:nvPr/>
        </p:nvSpPr>
        <p:spPr>
          <a:xfrm rot="10800000">
            <a:off x="7008677" y="5946502"/>
            <a:ext cx="250793" cy="233815"/>
          </a:xfrm>
          <a:prstGeom prst="triangle">
            <a:avLst/>
          </a:prstGeom>
          <a:solidFill>
            <a:srgbClr val="514B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8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55876-D7BD-8948-BCB6-2C9332E6B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911008-8CE8-B70B-1DDD-25C8DD7AB432}"/>
              </a:ext>
            </a:extLst>
          </p:cNvPr>
          <p:cNvSpPr/>
          <p:nvPr/>
        </p:nvSpPr>
        <p:spPr>
          <a:xfrm>
            <a:off x="2473427" y="1143634"/>
            <a:ext cx="6689556" cy="38226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/>
              <a:t>ゲーム画面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43AC12-461E-259C-5047-30CE4756737D}"/>
              </a:ext>
            </a:extLst>
          </p:cNvPr>
          <p:cNvSpPr txBox="1"/>
          <p:nvPr/>
        </p:nvSpPr>
        <p:spPr>
          <a:xfrm>
            <a:off x="959378" y="320763"/>
            <a:ext cx="8596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ea typeface="BIZ UDPゴシック" panose="020B0400000000000000" pitchFamily="50" charset="-128"/>
              </a:rPr>
              <a:t>ゲーム</a:t>
            </a:r>
            <a:r>
              <a:rPr kumimoji="1" lang="ja-JP" altLang="en-US" sz="4000" b="1" dirty="0">
                <a:ea typeface="BIZ UDPゴシック" panose="020B0400000000000000" pitchFamily="50" charset="-128"/>
              </a:rPr>
              <a:t>画面（</a:t>
            </a:r>
            <a:r>
              <a:rPr lang="ja-JP" altLang="en-US" sz="4000" b="1" dirty="0">
                <a:ea typeface="BIZ UDPゴシック" panose="020B0400000000000000" pitchFamily="50" charset="-128"/>
              </a:rPr>
              <a:t>アイテム使用したとき</a:t>
            </a:r>
            <a:r>
              <a:rPr kumimoji="1" lang="ja-JP" altLang="en-US" sz="4000" b="1" dirty="0">
                <a:ea typeface="BIZ UDPゴシック" panose="020B0400000000000000" pitchFamily="50" charset="-128"/>
              </a:rPr>
              <a:t>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5F39A91-A7B4-4B49-8672-1F688E9758AC}"/>
              </a:ext>
            </a:extLst>
          </p:cNvPr>
          <p:cNvSpPr/>
          <p:nvPr/>
        </p:nvSpPr>
        <p:spPr>
          <a:xfrm>
            <a:off x="2473428" y="1143634"/>
            <a:ext cx="6689555" cy="71779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69E040-05A3-784E-C99B-678F4F120992}"/>
              </a:ext>
            </a:extLst>
          </p:cNvPr>
          <p:cNvSpPr txBox="1"/>
          <p:nvPr/>
        </p:nvSpPr>
        <p:spPr>
          <a:xfrm>
            <a:off x="4950400" y="1275400"/>
            <a:ext cx="94769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残り時間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lang="en-US" altLang="ja-JP" b="1" dirty="0">
                <a:solidFill>
                  <a:schemeClr val="bg1"/>
                </a:solidFill>
              </a:rPr>
              <a:t>02</a:t>
            </a:r>
            <a:r>
              <a:rPr lang="ja-JP" altLang="en-US" b="1" dirty="0">
                <a:solidFill>
                  <a:schemeClr val="bg1"/>
                </a:solidFill>
              </a:rPr>
              <a:t>：</a:t>
            </a:r>
            <a:r>
              <a:rPr lang="en-US" altLang="ja-JP" b="1" dirty="0">
                <a:solidFill>
                  <a:schemeClr val="bg1"/>
                </a:solidFill>
              </a:rPr>
              <a:t>45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B405AA-60A3-CF13-95B5-AB27B2A3C5C0}"/>
              </a:ext>
            </a:extLst>
          </p:cNvPr>
          <p:cNvSpPr txBox="1"/>
          <p:nvPr/>
        </p:nvSpPr>
        <p:spPr>
          <a:xfrm>
            <a:off x="3579050" y="1275401"/>
            <a:ext cx="8322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</a:rPr>
              <a:t>宝の数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07/15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CC78DA-1DE9-B0FE-8FE1-0A9CDE7713DC}"/>
              </a:ext>
            </a:extLst>
          </p:cNvPr>
          <p:cNvSpPr txBox="1"/>
          <p:nvPr/>
        </p:nvSpPr>
        <p:spPr>
          <a:xfrm>
            <a:off x="2933427" y="1275401"/>
            <a:ext cx="60785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敵の数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08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A261009-7FE1-1BEC-12B7-A276DAA222F9}"/>
              </a:ext>
            </a:extLst>
          </p:cNvPr>
          <p:cNvSpPr txBox="1"/>
          <p:nvPr/>
        </p:nvSpPr>
        <p:spPr>
          <a:xfrm>
            <a:off x="6113651" y="1262643"/>
            <a:ext cx="71686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/>
                </a:solidFill>
              </a:rPr>
              <a:t>スコア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1250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AB41E1A-CDE3-23CD-33EA-8199F8CF3612}"/>
              </a:ext>
            </a:extLst>
          </p:cNvPr>
          <p:cNvSpPr txBox="1"/>
          <p:nvPr/>
        </p:nvSpPr>
        <p:spPr>
          <a:xfrm>
            <a:off x="7384862" y="1262642"/>
            <a:ext cx="183575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</a:rPr>
              <a:t>アイテム</a:t>
            </a:r>
            <a:endParaRPr kumimoji="1" lang="en-US" altLang="ja-JP" sz="1100" b="1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煙</a:t>
            </a:r>
            <a:r>
              <a:rPr lang="en-US" altLang="ja-JP" b="1" dirty="0">
                <a:solidFill>
                  <a:schemeClr val="bg1"/>
                </a:solidFill>
              </a:rPr>
              <a:t>×2</a:t>
            </a:r>
            <a:r>
              <a:rPr lang="ja-JP" altLang="en-US" b="1" dirty="0">
                <a:solidFill>
                  <a:schemeClr val="bg1"/>
                </a:solidFill>
              </a:rPr>
              <a:t>　爆弾</a:t>
            </a:r>
            <a:r>
              <a:rPr lang="en-US" altLang="ja-JP" b="1" dirty="0">
                <a:solidFill>
                  <a:schemeClr val="bg1"/>
                </a:solidFill>
              </a:rPr>
              <a:t>×1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48B0145-5B08-39B4-1706-DC15BB7EBCC3}"/>
              </a:ext>
            </a:extLst>
          </p:cNvPr>
          <p:cNvSpPr/>
          <p:nvPr/>
        </p:nvSpPr>
        <p:spPr>
          <a:xfrm>
            <a:off x="2473426" y="4966301"/>
            <a:ext cx="6689555" cy="14505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B6FCBDF-AF96-0C94-F4A0-1D1090C87D4C}"/>
              </a:ext>
            </a:extLst>
          </p:cNvPr>
          <p:cNvSpPr/>
          <p:nvPr/>
        </p:nvSpPr>
        <p:spPr>
          <a:xfrm>
            <a:off x="7836059" y="5055041"/>
            <a:ext cx="1326922" cy="12581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ミニマップ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C48134B-4515-9AEB-65B6-8E8C8F680A08}"/>
              </a:ext>
            </a:extLst>
          </p:cNvPr>
          <p:cNvSpPr/>
          <p:nvPr/>
        </p:nvSpPr>
        <p:spPr>
          <a:xfrm>
            <a:off x="3834062" y="5098067"/>
            <a:ext cx="3550799" cy="113445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514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無敵モード！</a:t>
            </a:r>
            <a:endParaRPr kumimoji="1" lang="en-US" altLang="ja-JP" dirty="0"/>
          </a:p>
          <a:p>
            <a:r>
              <a:rPr lang="ja-JP" altLang="en-US" dirty="0"/>
              <a:t>今の自分は無敵状態！</a:t>
            </a:r>
            <a:endParaRPr kumimoji="1" lang="en-US" altLang="ja-JP" dirty="0"/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24018865-EBE3-D0DB-EC4B-95783CEF0703}"/>
              </a:ext>
            </a:extLst>
          </p:cNvPr>
          <p:cNvSpPr/>
          <p:nvPr/>
        </p:nvSpPr>
        <p:spPr>
          <a:xfrm rot="10800000">
            <a:off x="7008677" y="5946502"/>
            <a:ext cx="250793" cy="233815"/>
          </a:xfrm>
          <a:prstGeom prst="triangle">
            <a:avLst/>
          </a:prstGeom>
          <a:solidFill>
            <a:srgbClr val="514B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45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1915CD-E21C-5AAC-FD81-8952C2D95D03}"/>
              </a:ext>
            </a:extLst>
          </p:cNvPr>
          <p:cNvSpPr txBox="1"/>
          <p:nvPr/>
        </p:nvSpPr>
        <p:spPr>
          <a:xfrm>
            <a:off x="609600" y="352926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ゲームクリア画面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E9B25E-F91A-A1A7-6B34-456541A437F1}"/>
              </a:ext>
            </a:extLst>
          </p:cNvPr>
          <p:cNvSpPr/>
          <p:nvPr/>
        </p:nvSpPr>
        <p:spPr>
          <a:xfrm>
            <a:off x="2322223" y="1219200"/>
            <a:ext cx="7844589" cy="528587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9ADBD8-A124-F399-411D-31976AE99633}"/>
              </a:ext>
            </a:extLst>
          </p:cNvPr>
          <p:cNvSpPr txBox="1"/>
          <p:nvPr/>
        </p:nvSpPr>
        <p:spPr>
          <a:xfrm>
            <a:off x="3975306" y="2293057"/>
            <a:ext cx="5548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FFFF00"/>
                </a:solidFill>
              </a:rPr>
              <a:t>★</a:t>
            </a:r>
            <a:r>
              <a:rPr kumimoji="1" lang="en-US" altLang="ja-JP" sz="4800" b="1" dirty="0">
                <a:solidFill>
                  <a:srgbClr val="FFFF00"/>
                </a:solidFill>
              </a:rPr>
              <a:t>GAME</a:t>
            </a:r>
            <a:r>
              <a:rPr lang="ja-JP" altLang="en-US" sz="4800" b="1" dirty="0">
                <a:solidFill>
                  <a:srgbClr val="FFFF00"/>
                </a:solidFill>
              </a:rPr>
              <a:t> </a:t>
            </a:r>
            <a:r>
              <a:rPr lang="en-US" altLang="ja-JP" sz="4800" b="1" dirty="0">
                <a:solidFill>
                  <a:srgbClr val="FFFF00"/>
                </a:solidFill>
              </a:rPr>
              <a:t>CLEAR</a:t>
            </a:r>
            <a:r>
              <a:rPr lang="ja-JP" altLang="en-US" sz="4800" b="1" dirty="0">
                <a:solidFill>
                  <a:srgbClr val="FFFF00"/>
                </a:solidFill>
              </a:rPr>
              <a:t>★</a:t>
            </a:r>
            <a:endParaRPr kumimoji="1" lang="ja-JP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2F361B-BA13-C330-5123-79249F578DBE}"/>
              </a:ext>
            </a:extLst>
          </p:cNvPr>
          <p:cNvSpPr txBox="1"/>
          <p:nvPr/>
        </p:nvSpPr>
        <p:spPr>
          <a:xfrm>
            <a:off x="4860165" y="3343997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bg1"/>
                </a:solidFill>
              </a:rPr>
              <a:t>スコア：</a:t>
            </a:r>
            <a:r>
              <a:rPr lang="en-US" altLang="ja-JP" sz="3200" b="1" dirty="0">
                <a:solidFill>
                  <a:schemeClr val="bg1"/>
                </a:solidFill>
              </a:rPr>
              <a:t>3900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A2DD35C-83A5-0BBF-AC34-1465B46B905A}"/>
              </a:ext>
            </a:extLst>
          </p:cNvPr>
          <p:cNvSpPr/>
          <p:nvPr/>
        </p:nvSpPr>
        <p:spPr>
          <a:xfrm>
            <a:off x="4860165" y="4391822"/>
            <a:ext cx="2590540" cy="715129"/>
          </a:xfrm>
          <a:prstGeom prst="roundRect">
            <a:avLst/>
          </a:prstGeom>
          <a:solidFill>
            <a:srgbClr val="E6D63E"/>
          </a:solidFill>
          <a:ln>
            <a:solidFill>
              <a:srgbClr val="E6D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次の</a:t>
            </a:r>
            <a:r>
              <a:rPr lang="ja-JP" altLang="en-US" sz="2400" b="1" dirty="0"/>
              <a:t>ステージへ</a:t>
            </a:r>
            <a:endParaRPr kumimoji="1" lang="ja-JP" altLang="en-US" sz="2400" b="1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CBEE22D-5239-8C2D-19DC-D966F1927870}"/>
              </a:ext>
            </a:extLst>
          </p:cNvPr>
          <p:cNvSpPr/>
          <p:nvPr/>
        </p:nvSpPr>
        <p:spPr>
          <a:xfrm>
            <a:off x="4860165" y="5361062"/>
            <a:ext cx="2590540" cy="715129"/>
          </a:xfrm>
          <a:prstGeom prst="roundRect">
            <a:avLst/>
          </a:prstGeom>
          <a:solidFill>
            <a:srgbClr val="E6D63E"/>
          </a:solidFill>
          <a:ln>
            <a:solidFill>
              <a:srgbClr val="E6D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タイトルに戻る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0113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1BD7EC-EEC5-5021-643C-04F3C121FEA8}"/>
              </a:ext>
            </a:extLst>
          </p:cNvPr>
          <p:cNvSpPr txBox="1"/>
          <p:nvPr/>
        </p:nvSpPr>
        <p:spPr>
          <a:xfrm>
            <a:off x="609600" y="352926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ゲームオーバー画面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B04329-76CA-C0D7-A9B5-706112234350}"/>
              </a:ext>
            </a:extLst>
          </p:cNvPr>
          <p:cNvSpPr/>
          <p:nvPr/>
        </p:nvSpPr>
        <p:spPr>
          <a:xfrm>
            <a:off x="2414331" y="1267327"/>
            <a:ext cx="7844589" cy="52377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1F40FD1-B850-E1A0-796A-5761BA4AC0DE}"/>
              </a:ext>
            </a:extLst>
          </p:cNvPr>
          <p:cNvSpPr txBox="1"/>
          <p:nvPr/>
        </p:nvSpPr>
        <p:spPr>
          <a:xfrm>
            <a:off x="4355954" y="2542811"/>
            <a:ext cx="44759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b="1" dirty="0">
                <a:solidFill>
                  <a:srgbClr val="530662"/>
                </a:solidFill>
              </a:rPr>
              <a:t>GAME</a:t>
            </a:r>
            <a:r>
              <a:rPr lang="ja-JP" altLang="en-US" sz="4800" b="1" dirty="0">
                <a:solidFill>
                  <a:srgbClr val="530662"/>
                </a:solidFill>
              </a:rPr>
              <a:t> </a:t>
            </a:r>
            <a:r>
              <a:rPr kumimoji="1" lang="en-US" altLang="ja-JP" sz="4800" b="1" dirty="0">
                <a:solidFill>
                  <a:srgbClr val="530662"/>
                </a:solidFill>
              </a:rPr>
              <a:t>OVER...</a:t>
            </a:r>
            <a:endParaRPr kumimoji="1" lang="ja-JP" altLang="en-US" sz="4800" b="1" dirty="0">
              <a:solidFill>
                <a:srgbClr val="530662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7AF926-13B1-CA4F-BCF8-1AB268D3BF88}"/>
              </a:ext>
            </a:extLst>
          </p:cNvPr>
          <p:cNvSpPr txBox="1"/>
          <p:nvPr/>
        </p:nvSpPr>
        <p:spPr>
          <a:xfrm>
            <a:off x="4860164" y="3593813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bg1"/>
                </a:solidFill>
              </a:rPr>
              <a:t>スコア：</a:t>
            </a:r>
            <a:r>
              <a:rPr lang="en-US" altLang="ja-JP" sz="3200" b="1" dirty="0">
                <a:solidFill>
                  <a:schemeClr val="bg1"/>
                </a:solidFill>
              </a:rPr>
              <a:t>1250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CDBB323-763D-1DFB-E7A1-CFBF507D2EEA}"/>
              </a:ext>
            </a:extLst>
          </p:cNvPr>
          <p:cNvSpPr/>
          <p:nvPr/>
        </p:nvSpPr>
        <p:spPr>
          <a:xfrm>
            <a:off x="4949248" y="4375882"/>
            <a:ext cx="2590540" cy="715129"/>
          </a:xfrm>
          <a:prstGeom prst="roundRect">
            <a:avLst/>
          </a:prstGeom>
          <a:solidFill>
            <a:srgbClr val="790890"/>
          </a:solidFill>
          <a:ln>
            <a:solidFill>
              <a:srgbClr val="790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リトライ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E8C3F93-4CC8-2E5A-2388-9C11CA7D6834}"/>
              </a:ext>
            </a:extLst>
          </p:cNvPr>
          <p:cNvSpPr/>
          <p:nvPr/>
        </p:nvSpPr>
        <p:spPr>
          <a:xfrm>
            <a:off x="4949248" y="5391224"/>
            <a:ext cx="2590540" cy="715129"/>
          </a:xfrm>
          <a:prstGeom prst="roundRect">
            <a:avLst/>
          </a:prstGeom>
          <a:solidFill>
            <a:srgbClr val="790890"/>
          </a:solidFill>
          <a:ln>
            <a:solidFill>
              <a:srgbClr val="790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タイトルに戻る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3482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50c1a2a-6294-41b5-bbeb-a77cda6c64f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AEB3A24D8254EA931476DB8D60440" ma:contentTypeVersion="9" ma:contentTypeDescription="新しいドキュメントを作成します。" ma:contentTypeScope="" ma:versionID="c8d193e0f54e03b4175f5a4db63c885a">
  <xsd:schema xmlns:xsd="http://www.w3.org/2001/XMLSchema" xmlns:xs="http://www.w3.org/2001/XMLSchema" xmlns:p="http://schemas.microsoft.com/office/2006/metadata/properties" xmlns:ns3="d50c1a2a-6294-41b5-bbeb-a77cda6c64f4" targetNamespace="http://schemas.microsoft.com/office/2006/metadata/properties" ma:root="true" ma:fieldsID="e7e962f02e8fc9ae74e529f59a05e711" ns3:_="">
    <xsd:import namespace="d50c1a2a-6294-41b5-bbeb-a77cda6c64f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0c1a2a-6294-41b5-bbeb-a77cda6c64f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B27CFE-8289-4A5D-BDC2-F0A5C0AD15DC}">
  <ds:schemaRefs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d50c1a2a-6294-41b5-bbeb-a77cda6c64f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36A668C-3729-428F-9B36-A653254D5A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389C73-1A8D-49B5-B14F-33B9E552D4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0c1a2a-6294-41b5-bbeb-a77cda6c64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212</Words>
  <Application>Microsoft Office PowerPoint</Application>
  <PresentationFormat>ワイド画面</PresentationFormat>
  <Paragraphs>67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BIZ UDPゴシック</vt:lpstr>
      <vt:lpstr>Urbanist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YANASE Yuzuki</dc:creator>
  <cp:lastModifiedBy>YANASE Yuzuki</cp:lastModifiedBy>
  <cp:revision>2</cp:revision>
  <dcterms:created xsi:type="dcterms:W3CDTF">2026-07-01T02:05:32Z</dcterms:created>
  <dcterms:modified xsi:type="dcterms:W3CDTF">2026-07-02T17:10:34Z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0x010100FFFAEB3A24D8254EA931476DB8D60440</vt:lpwstr>
  </property>
</Properties>
</file>