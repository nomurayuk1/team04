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60" r:id="rId3"/>
    <p:sldId id="256" r:id="rId4"/>
    <p:sldId id="257" r:id="rId5"/>
    <p:sldId id="263" r:id="rId6"/>
    <p:sldId id="259" r:id="rId7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3340CA5-F209-4A5C-87B1-30A192ACEF1E}" v="24" dt="2026-07-23T04:47:45.19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結月 梁瀬" userId="1f3453c015a41521" providerId="LiveId" clId="{437E0789-DA0B-425A-8B39-711296BAB4E1}"/>
    <pc:docChg chg="undo custSel addSld delSld modSld sldOrd">
      <pc:chgData name="結月 梁瀬" userId="1f3453c015a41521" providerId="LiveId" clId="{437E0789-DA0B-425A-8B39-711296BAB4E1}" dt="2026-07-23T04:48:54.965" v="2733" actId="1076"/>
      <pc:docMkLst>
        <pc:docMk/>
      </pc:docMkLst>
      <pc:sldChg chg="addSp delSp modSp mod">
        <pc:chgData name="結月 梁瀬" userId="1f3453c015a41521" providerId="LiveId" clId="{437E0789-DA0B-425A-8B39-711296BAB4E1}" dt="2026-07-23T02:43:16.979" v="782" actId="1076"/>
        <pc:sldMkLst>
          <pc:docMk/>
          <pc:sldMk cId="3106124702" sldId="256"/>
        </pc:sldMkLst>
        <pc:spChg chg="add del mod">
          <ac:chgData name="結月 梁瀬" userId="1f3453c015a41521" providerId="LiveId" clId="{437E0789-DA0B-425A-8B39-711296BAB4E1}" dt="2026-07-23T02:31:39.886" v="276" actId="20577"/>
          <ac:spMkLst>
            <pc:docMk/>
            <pc:sldMk cId="3106124702" sldId="256"/>
            <ac:spMk id="4" creationId="{53C81E2E-813F-643F-A4C6-2A801E7736F0}"/>
          </ac:spMkLst>
        </pc:spChg>
        <pc:spChg chg="mod">
          <ac:chgData name="結月 梁瀬" userId="1f3453c015a41521" providerId="LiveId" clId="{437E0789-DA0B-425A-8B39-711296BAB4E1}" dt="2026-07-23T02:43:16.979" v="782" actId="1076"/>
          <ac:spMkLst>
            <pc:docMk/>
            <pc:sldMk cId="3106124702" sldId="256"/>
            <ac:spMk id="6" creationId="{1D032682-6069-7B2F-E5BA-AFFE2ACFFFB5}"/>
          </ac:spMkLst>
        </pc:spChg>
        <pc:spChg chg="del">
          <ac:chgData name="結月 梁瀬" userId="1f3453c015a41521" providerId="LiveId" clId="{437E0789-DA0B-425A-8B39-711296BAB4E1}" dt="2026-07-23T02:32:02.244" v="280" actId="21"/>
          <ac:spMkLst>
            <pc:docMk/>
            <pc:sldMk cId="3106124702" sldId="256"/>
            <ac:spMk id="7" creationId="{D63F4DBE-4D2A-98BA-F20C-F4A58884764D}"/>
          </ac:spMkLst>
        </pc:spChg>
        <pc:picChg chg="add del mod">
          <ac:chgData name="結月 梁瀬" userId="1f3453c015a41521" providerId="LiveId" clId="{437E0789-DA0B-425A-8B39-711296BAB4E1}" dt="2026-07-23T02:31:59.574" v="279" actId="21"/>
          <ac:picMkLst>
            <pc:docMk/>
            <pc:sldMk cId="3106124702" sldId="256"/>
            <ac:picMk id="5" creationId="{76366021-CA4C-3D26-8410-65CE77286565}"/>
          </ac:picMkLst>
        </pc:picChg>
        <pc:picChg chg="add mod">
          <ac:chgData name="結月 梁瀬" userId="1f3453c015a41521" providerId="LiveId" clId="{437E0789-DA0B-425A-8B39-711296BAB4E1}" dt="2026-07-23T02:39:44.595" v="602" actId="1076"/>
          <ac:picMkLst>
            <pc:docMk/>
            <pc:sldMk cId="3106124702" sldId="256"/>
            <ac:picMk id="9" creationId="{D84BC9B6-0E46-BA33-BDD0-F961118AB583}"/>
          </ac:picMkLst>
        </pc:picChg>
        <pc:picChg chg="add mod">
          <ac:chgData name="結月 梁瀬" userId="1f3453c015a41521" providerId="LiveId" clId="{437E0789-DA0B-425A-8B39-711296BAB4E1}" dt="2026-07-23T02:40:07.934" v="621" actId="1076"/>
          <ac:picMkLst>
            <pc:docMk/>
            <pc:sldMk cId="3106124702" sldId="256"/>
            <ac:picMk id="11" creationId="{30888332-12C1-6AD1-F9FD-B939D0A113A3}"/>
          </ac:picMkLst>
        </pc:picChg>
        <pc:cxnChg chg="add del mod">
          <ac:chgData name="結月 梁瀬" userId="1f3453c015a41521" providerId="LiveId" clId="{437E0789-DA0B-425A-8B39-711296BAB4E1}" dt="2026-07-23T02:40:29.292" v="629" actId="11529"/>
          <ac:cxnSpMkLst>
            <pc:docMk/>
            <pc:sldMk cId="3106124702" sldId="256"/>
            <ac:cxnSpMk id="13" creationId="{13746E4D-EB51-BC6E-114B-2B58FDA493A1}"/>
          </ac:cxnSpMkLst>
        </pc:cxnChg>
        <pc:cxnChg chg="add mod">
          <ac:chgData name="結月 梁瀬" userId="1f3453c015a41521" providerId="LiveId" clId="{437E0789-DA0B-425A-8B39-711296BAB4E1}" dt="2026-07-23T02:41:20.158" v="633" actId="208"/>
          <ac:cxnSpMkLst>
            <pc:docMk/>
            <pc:sldMk cId="3106124702" sldId="256"/>
            <ac:cxnSpMk id="17" creationId="{D2B11A59-BD72-4154-60BA-4E3BB2C03F82}"/>
          </ac:cxnSpMkLst>
        </pc:cxnChg>
      </pc:sldChg>
      <pc:sldChg chg="addSp delSp modSp add mod">
        <pc:chgData name="結月 梁瀬" userId="1f3453c015a41521" providerId="LiveId" clId="{437E0789-DA0B-425A-8B39-711296BAB4E1}" dt="2026-07-23T04:10:44.177" v="1611" actId="1076"/>
        <pc:sldMkLst>
          <pc:docMk/>
          <pc:sldMk cId="4195209715" sldId="257"/>
        </pc:sldMkLst>
        <pc:spChg chg="mod">
          <ac:chgData name="結月 梁瀬" userId="1f3453c015a41521" providerId="LiveId" clId="{437E0789-DA0B-425A-8B39-711296BAB4E1}" dt="2026-07-23T02:36:32.249" v="361" actId="20577"/>
          <ac:spMkLst>
            <pc:docMk/>
            <pc:sldMk cId="4195209715" sldId="257"/>
            <ac:spMk id="4" creationId="{8469E831-C139-177B-105F-D94164F40CEF}"/>
          </ac:spMkLst>
        </pc:spChg>
        <pc:spChg chg="del mod">
          <ac:chgData name="結月 梁瀬" userId="1f3453c015a41521" providerId="LiveId" clId="{437E0789-DA0B-425A-8B39-711296BAB4E1}" dt="2026-07-23T02:43:34.237" v="783" actId="21"/>
          <ac:spMkLst>
            <pc:docMk/>
            <pc:sldMk cId="4195209715" sldId="257"/>
            <ac:spMk id="6" creationId="{46D25EE3-5F81-C4F6-5C9D-A64F5E1C9204}"/>
          </ac:spMkLst>
        </pc:spChg>
        <pc:spChg chg="del">
          <ac:chgData name="結月 梁瀬" userId="1f3453c015a41521" providerId="LiveId" clId="{437E0789-DA0B-425A-8B39-711296BAB4E1}" dt="2026-07-23T02:33:52.071" v="317" actId="21"/>
          <ac:spMkLst>
            <pc:docMk/>
            <pc:sldMk cId="4195209715" sldId="257"/>
            <ac:spMk id="7" creationId="{B899D44F-2669-63D4-7B26-4DBBC723E221}"/>
          </ac:spMkLst>
        </pc:spChg>
        <pc:spChg chg="add del">
          <ac:chgData name="結月 梁瀬" userId="1f3453c015a41521" providerId="LiveId" clId="{437E0789-DA0B-425A-8B39-711296BAB4E1}" dt="2026-07-23T02:44:29.755" v="799" actId="11529"/>
          <ac:spMkLst>
            <pc:docMk/>
            <pc:sldMk cId="4195209715" sldId="257"/>
            <ac:spMk id="11" creationId="{E867B7C2-3FA4-952E-80E2-F46AC3994684}"/>
          </ac:spMkLst>
        </pc:spChg>
        <pc:spChg chg="add mod">
          <ac:chgData name="結月 梁瀬" userId="1f3453c015a41521" providerId="LiveId" clId="{437E0789-DA0B-425A-8B39-711296BAB4E1}" dt="2026-07-23T04:10:29.243" v="1604" actId="1076"/>
          <ac:spMkLst>
            <pc:docMk/>
            <pc:sldMk cId="4195209715" sldId="257"/>
            <ac:spMk id="12" creationId="{552DBFD8-0005-18A6-8E4C-C658004CA86C}"/>
          </ac:spMkLst>
        </pc:spChg>
        <pc:spChg chg="add mod">
          <ac:chgData name="結月 梁瀬" userId="1f3453c015a41521" providerId="LiveId" clId="{437E0789-DA0B-425A-8B39-711296BAB4E1}" dt="2026-07-23T04:10:33.576" v="1606" actId="1076"/>
          <ac:spMkLst>
            <pc:docMk/>
            <pc:sldMk cId="4195209715" sldId="257"/>
            <ac:spMk id="14" creationId="{68E1CD58-568C-5FB5-27F9-FF844E2CCEA6}"/>
          </ac:spMkLst>
        </pc:spChg>
        <pc:picChg chg="add mod">
          <ac:chgData name="結月 梁瀬" userId="1f3453c015a41521" providerId="LiveId" clId="{437E0789-DA0B-425A-8B39-711296BAB4E1}" dt="2026-07-23T04:10:44.177" v="1611" actId="1076"/>
          <ac:picMkLst>
            <pc:docMk/>
            <pc:sldMk cId="4195209715" sldId="257"/>
            <ac:picMk id="5" creationId="{2DA5D1F8-E5AB-580E-0E66-1A0C5226006D}"/>
          </ac:picMkLst>
        </pc:picChg>
        <pc:picChg chg="del">
          <ac:chgData name="結月 梁瀬" userId="1f3453c015a41521" providerId="LiveId" clId="{437E0789-DA0B-425A-8B39-711296BAB4E1}" dt="2026-07-23T02:33:49.104" v="316" actId="21"/>
          <ac:picMkLst>
            <pc:docMk/>
            <pc:sldMk cId="4195209715" sldId="257"/>
            <ac:picMk id="5" creationId="{B1FACB40-2A19-D9F9-1BC8-8BAE9D03A744}"/>
          </ac:picMkLst>
        </pc:picChg>
        <pc:picChg chg="add mod">
          <ac:chgData name="結月 梁瀬" userId="1f3453c015a41521" providerId="LiveId" clId="{437E0789-DA0B-425A-8B39-711296BAB4E1}" dt="2026-07-23T04:10:42.179" v="1610" actId="1076"/>
          <ac:picMkLst>
            <pc:docMk/>
            <pc:sldMk cId="4195209715" sldId="257"/>
            <ac:picMk id="7" creationId="{787EBA48-5CBC-582B-761E-B606A0FC9D3C}"/>
          </ac:picMkLst>
        </pc:picChg>
        <pc:picChg chg="add del mod">
          <ac:chgData name="結月 梁瀬" userId="1f3453c015a41521" providerId="LiveId" clId="{437E0789-DA0B-425A-8B39-711296BAB4E1}" dt="2026-07-23T04:09:40.751" v="1591" actId="21"/>
          <ac:picMkLst>
            <pc:docMk/>
            <pc:sldMk cId="4195209715" sldId="257"/>
            <ac:picMk id="8" creationId="{E6EC17F2-05A3-328C-8957-4AF6176DAACA}"/>
          </ac:picMkLst>
        </pc:picChg>
        <pc:picChg chg="add del mod">
          <ac:chgData name="結月 梁瀬" userId="1f3453c015a41521" providerId="LiveId" clId="{437E0789-DA0B-425A-8B39-711296BAB4E1}" dt="2026-07-23T04:09:42.843" v="1592" actId="21"/>
          <ac:picMkLst>
            <pc:docMk/>
            <pc:sldMk cId="4195209715" sldId="257"/>
            <ac:picMk id="10" creationId="{A9B4EC9F-75B9-C7F9-6E0C-548204A6CEAD}"/>
          </ac:picMkLst>
        </pc:picChg>
      </pc:sldChg>
      <pc:sldChg chg="addSp delSp modSp add mod ord">
        <pc:chgData name="結月 梁瀬" userId="1f3453c015a41521" providerId="LiveId" clId="{437E0789-DA0B-425A-8B39-711296BAB4E1}" dt="2026-07-23T04:48:54.965" v="2733" actId="1076"/>
        <pc:sldMkLst>
          <pc:docMk/>
          <pc:sldMk cId="3309598603" sldId="258"/>
        </pc:sldMkLst>
        <pc:spChg chg="add mod">
          <ac:chgData name="結月 梁瀬" userId="1f3453c015a41521" providerId="LiveId" clId="{437E0789-DA0B-425A-8B39-711296BAB4E1}" dt="2026-07-23T04:41:15.313" v="2393" actId="767"/>
          <ac:spMkLst>
            <pc:docMk/>
            <pc:sldMk cId="3309598603" sldId="258"/>
            <ac:spMk id="2" creationId="{DD773B6B-14A8-3E36-A06F-B483ECAB2A6A}"/>
          </ac:spMkLst>
        </pc:spChg>
        <pc:spChg chg="mod">
          <ac:chgData name="結月 梁瀬" userId="1f3453c015a41521" providerId="LiveId" clId="{437E0789-DA0B-425A-8B39-711296BAB4E1}" dt="2026-07-23T02:45:51.519" v="877" actId="20577"/>
          <ac:spMkLst>
            <pc:docMk/>
            <pc:sldMk cId="3309598603" sldId="258"/>
            <ac:spMk id="4" creationId="{CB0932DD-BBCF-50AB-90F4-36024746D90D}"/>
          </ac:spMkLst>
        </pc:spChg>
        <pc:spChg chg="mod">
          <ac:chgData name="結月 梁瀬" userId="1f3453c015a41521" providerId="LiveId" clId="{437E0789-DA0B-425A-8B39-711296BAB4E1}" dt="2026-07-23T04:48:54.965" v="2733" actId="1076"/>
          <ac:spMkLst>
            <pc:docMk/>
            <pc:sldMk cId="3309598603" sldId="258"/>
            <ac:spMk id="6" creationId="{61B01C07-D794-BAE6-0852-01507CD11791}"/>
          </ac:spMkLst>
        </pc:spChg>
        <pc:spChg chg="del">
          <ac:chgData name="結月 梁瀬" userId="1f3453c015a41521" providerId="LiveId" clId="{437E0789-DA0B-425A-8B39-711296BAB4E1}" dt="2026-07-23T02:45:29.914" v="851" actId="21"/>
          <ac:spMkLst>
            <pc:docMk/>
            <pc:sldMk cId="3309598603" sldId="258"/>
            <ac:spMk id="7" creationId="{A78D6EB4-3268-E0A6-FE65-3D4FD2129945}"/>
          </ac:spMkLst>
        </pc:spChg>
        <pc:picChg chg="del">
          <ac:chgData name="結月 梁瀬" userId="1f3453c015a41521" providerId="LiveId" clId="{437E0789-DA0B-425A-8B39-711296BAB4E1}" dt="2026-07-23T02:45:26.792" v="850" actId="21"/>
          <ac:picMkLst>
            <pc:docMk/>
            <pc:sldMk cId="3309598603" sldId="258"/>
            <ac:picMk id="5" creationId="{7B039DAD-3C92-7EE6-FAAD-7242A712E34D}"/>
          </ac:picMkLst>
        </pc:picChg>
      </pc:sldChg>
      <pc:sldChg chg="addSp delSp modSp add mod">
        <pc:chgData name="結月 梁瀬" userId="1f3453c015a41521" providerId="LiveId" clId="{437E0789-DA0B-425A-8B39-711296BAB4E1}" dt="2026-07-23T04:48:46.170" v="2732" actId="1076"/>
        <pc:sldMkLst>
          <pc:docMk/>
          <pc:sldMk cId="3293900075" sldId="259"/>
        </pc:sldMkLst>
        <pc:spChg chg="add mod">
          <ac:chgData name="結月 梁瀬" userId="1f3453c015a41521" providerId="LiveId" clId="{437E0789-DA0B-425A-8B39-711296BAB4E1}" dt="2026-07-23T04:47:39.393" v="2651" actId="1076"/>
          <ac:spMkLst>
            <pc:docMk/>
            <pc:sldMk cId="3293900075" sldId="259"/>
            <ac:spMk id="2" creationId="{983415A0-6009-8D06-5CE2-216DABAEF79E}"/>
          </ac:spMkLst>
        </pc:spChg>
        <pc:spChg chg="add del mod">
          <ac:chgData name="結月 梁瀬" userId="1f3453c015a41521" providerId="LiveId" clId="{437E0789-DA0B-425A-8B39-711296BAB4E1}" dt="2026-07-23T02:47:31.378" v="895" actId="47"/>
          <ac:spMkLst>
            <pc:docMk/>
            <pc:sldMk cId="3293900075" sldId="259"/>
            <ac:spMk id="4" creationId="{4157E850-9A3B-B099-1B8A-FA5A78E6DCBD}"/>
          </ac:spMkLst>
        </pc:spChg>
        <pc:spChg chg="del">
          <ac:chgData name="結月 梁瀬" userId="1f3453c015a41521" providerId="LiveId" clId="{437E0789-DA0B-425A-8B39-711296BAB4E1}" dt="2026-07-23T02:47:15.510" v="886" actId="21"/>
          <ac:spMkLst>
            <pc:docMk/>
            <pc:sldMk cId="3293900075" sldId="259"/>
            <ac:spMk id="6" creationId="{6F8BAAAE-03C6-0D98-1592-6F0F682CD84A}"/>
          </ac:spMkLst>
        </pc:spChg>
        <pc:spChg chg="add del mod">
          <ac:chgData name="結月 梁瀬" userId="1f3453c015a41521" providerId="LiveId" clId="{437E0789-DA0B-425A-8B39-711296BAB4E1}" dt="2026-07-23T04:48:31.916" v="2728"/>
          <ac:spMkLst>
            <pc:docMk/>
            <pc:sldMk cId="3293900075" sldId="259"/>
            <ac:spMk id="7" creationId="{A52B261F-1FBA-0350-05CA-937A18E5CCB7}"/>
          </ac:spMkLst>
        </pc:spChg>
        <pc:spChg chg="del">
          <ac:chgData name="結月 梁瀬" userId="1f3453c015a41521" providerId="LiveId" clId="{437E0789-DA0B-425A-8B39-711296BAB4E1}" dt="2026-07-23T02:47:02.061" v="880" actId="21"/>
          <ac:spMkLst>
            <pc:docMk/>
            <pc:sldMk cId="3293900075" sldId="259"/>
            <ac:spMk id="7" creationId="{C0635CC5-0049-C595-D0EF-81CEA2C2B5C2}"/>
          </ac:spMkLst>
        </pc:spChg>
        <pc:spChg chg="add mod">
          <ac:chgData name="結月 梁瀬" userId="1f3453c015a41521" providerId="LiveId" clId="{437E0789-DA0B-425A-8B39-711296BAB4E1}" dt="2026-07-23T04:48:46.170" v="2732" actId="1076"/>
          <ac:spMkLst>
            <pc:docMk/>
            <pc:sldMk cId="3293900075" sldId="259"/>
            <ac:spMk id="9" creationId="{824326BC-9ABD-2148-3957-6EC8FD693603}"/>
          </ac:spMkLst>
        </pc:spChg>
        <pc:spChg chg="add mod">
          <ac:chgData name="結月 梁瀬" userId="1f3453c015a41521" providerId="LiveId" clId="{437E0789-DA0B-425A-8B39-711296BAB4E1}" dt="2026-07-23T03:33:49.641" v="1196" actId="20577"/>
          <ac:spMkLst>
            <pc:docMk/>
            <pc:sldMk cId="3293900075" sldId="259"/>
            <ac:spMk id="10" creationId="{D42C2198-CBE5-B240-4124-D8CBCDDB71D8}"/>
          </ac:spMkLst>
        </pc:spChg>
        <pc:spChg chg="add del mod">
          <ac:chgData name="結月 梁瀬" userId="1f3453c015a41521" providerId="LiveId" clId="{437E0789-DA0B-425A-8B39-711296BAB4E1}" dt="2026-07-23T03:33:16.508" v="1123" actId="21"/>
          <ac:spMkLst>
            <pc:docMk/>
            <pc:sldMk cId="3293900075" sldId="259"/>
            <ac:spMk id="12" creationId="{164BB177-623D-66AC-C98B-2ABEB07832A1}"/>
          </ac:spMkLst>
        </pc:spChg>
        <pc:picChg chg="del">
          <ac:chgData name="結月 梁瀬" userId="1f3453c015a41521" providerId="LiveId" clId="{437E0789-DA0B-425A-8B39-711296BAB4E1}" dt="2026-07-23T02:45:33.857" v="852" actId="21"/>
          <ac:picMkLst>
            <pc:docMk/>
            <pc:sldMk cId="3293900075" sldId="259"/>
            <ac:picMk id="5" creationId="{BACD36C3-D73D-9F3C-DA7E-09704267EB5D}"/>
          </ac:picMkLst>
        </pc:picChg>
        <pc:picChg chg="add mod">
          <ac:chgData name="結月 梁瀬" userId="1f3453c015a41521" providerId="LiveId" clId="{437E0789-DA0B-425A-8B39-711296BAB4E1}" dt="2026-07-23T04:48:41.982" v="2731" actId="1076"/>
          <ac:picMkLst>
            <pc:docMk/>
            <pc:sldMk cId="3293900075" sldId="259"/>
            <ac:picMk id="6" creationId="{5DD1AC86-8503-4646-DC9B-D1B40765E697}"/>
          </ac:picMkLst>
        </pc:picChg>
        <pc:picChg chg="add del mod">
          <ac:chgData name="結月 梁瀬" userId="1f3453c015a41521" providerId="LiveId" clId="{437E0789-DA0B-425A-8B39-711296BAB4E1}" dt="2026-07-23T03:36:12.329" v="1295" actId="1076"/>
          <ac:picMkLst>
            <pc:docMk/>
            <pc:sldMk cId="3293900075" sldId="259"/>
            <ac:picMk id="8" creationId="{045E576B-0405-E283-5CCB-C483EA065636}"/>
          </ac:picMkLst>
        </pc:picChg>
      </pc:sldChg>
      <pc:sldChg chg="delSp modSp add mod ord">
        <pc:chgData name="結月 梁瀬" userId="1f3453c015a41521" providerId="LiveId" clId="{437E0789-DA0B-425A-8B39-711296BAB4E1}" dt="2026-07-23T03:41:38.437" v="1475" actId="1076"/>
        <pc:sldMkLst>
          <pc:docMk/>
          <pc:sldMk cId="3491099242" sldId="260"/>
        </pc:sldMkLst>
        <pc:spChg chg="mod">
          <ac:chgData name="結月 梁瀬" userId="1f3453c015a41521" providerId="LiveId" clId="{437E0789-DA0B-425A-8B39-711296BAB4E1}" dt="2026-07-23T02:28:59.371" v="40" actId="20577"/>
          <ac:spMkLst>
            <pc:docMk/>
            <pc:sldMk cId="3491099242" sldId="260"/>
            <ac:spMk id="4" creationId="{D9B337C8-B4C1-F898-A745-CC28E88A3F58}"/>
          </ac:spMkLst>
        </pc:spChg>
        <pc:spChg chg="mod">
          <ac:chgData name="結月 梁瀬" userId="1f3453c015a41521" providerId="LiveId" clId="{437E0789-DA0B-425A-8B39-711296BAB4E1}" dt="2026-07-23T03:41:38.437" v="1475" actId="1076"/>
          <ac:spMkLst>
            <pc:docMk/>
            <pc:sldMk cId="3491099242" sldId="260"/>
            <ac:spMk id="6" creationId="{E69D2BA7-E0B4-660F-D55C-08928E0C12EA}"/>
          </ac:spMkLst>
        </pc:spChg>
        <pc:spChg chg="del">
          <ac:chgData name="結月 梁瀬" userId="1f3453c015a41521" providerId="LiveId" clId="{437E0789-DA0B-425A-8B39-711296BAB4E1}" dt="2026-07-23T02:28:31.397" v="8" actId="21"/>
          <ac:spMkLst>
            <pc:docMk/>
            <pc:sldMk cId="3491099242" sldId="260"/>
            <ac:spMk id="7" creationId="{C7C11DB9-977A-51C0-3630-43D54184B525}"/>
          </ac:spMkLst>
        </pc:spChg>
        <pc:picChg chg="mod">
          <ac:chgData name="結月 梁瀬" userId="1f3453c015a41521" providerId="LiveId" clId="{437E0789-DA0B-425A-8B39-711296BAB4E1}" dt="2026-07-23T02:33:17.039" v="289" actId="1076"/>
          <ac:picMkLst>
            <pc:docMk/>
            <pc:sldMk cId="3491099242" sldId="260"/>
            <ac:picMk id="5" creationId="{0DA940A6-D348-D221-A18F-DFA7438EDD6B}"/>
          </ac:picMkLst>
        </pc:picChg>
      </pc:sldChg>
      <pc:sldChg chg="addSp delSp modSp add del mod ord">
        <pc:chgData name="結月 梁瀬" userId="1f3453c015a41521" providerId="LiveId" clId="{437E0789-DA0B-425A-8B39-711296BAB4E1}" dt="2026-07-23T03:41:03.987" v="1464" actId="2696"/>
        <pc:sldMkLst>
          <pc:docMk/>
          <pc:sldMk cId="1678222352" sldId="261"/>
        </pc:sldMkLst>
        <pc:spChg chg="mod">
          <ac:chgData name="結月 梁瀬" userId="1f3453c015a41521" providerId="LiveId" clId="{437E0789-DA0B-425A-8B39-711296BAB4E1}" dt="2026-07-23T02:48:19.940" v="966" actId="20577"/>
          <ac:spMkLst>
            <pc:docMk/>
            <pc:sldMk cId="1678222352" sldId="261"/>
            <ac:spMk id="4" creationId="{289460B8-0E41-6538-64F9-3A6EF47BFF2B}"/>
          </ac:spMkLst>
        </pc:spChg>
        <pc:spChg chg="mod">
          <ac:chgData name="結月 梁瀬" userId="1f3453c015a41521" providerId="LiveId" clId="{437E0789-DA0B-425A-8B39-711296BAB4E1}" dt="2026-07-23T02:48:55.917" v="970" actId="1076"/>
          <ac:spMkLst>
            <pc:docMk/>
            <pc:sldMk cId="1678222352" sldId="261"/>
            <ac:spMk id="6" creationId="{5128253D-1351-FFEF-E4E4-41C5C314B53C}"/>
          </ac:spMkLst>
        </pc:spChg>
        <pc:picChg chg="add del mod">
          <ac:chgData name="結月 梁瀬" userId="1f3453c015a41521" providerId="LiveId" clId="{437E0789-DA0B-425A-8B39-711296BAB4E1}" dt="2026-07-23T03:40:55.164" v="1463" actId="21"/>
          <ac:picMkLst>
            <pc:docMk/>
            <pc:sldMk cId="1678222352" sldId="261"/>
            <ac:picMk id="5" creationId="{B591A599-156C-EBBA-C893-E25598C3BDDB}"/>
          </ac:picMkLst>
        </pc:picChg>
        <pc:picChg chg="add del mod">
          <ac:chgData name="結月 梁瀬" userId="1f3453c015a41521" providerId="LiveId" clId="{437E0789-DA0B-425A-8B39-711296BAB4E1}" dt="2026-07-23T03:25:55.768" v="1122" actId="21"/>
          <ac:picMkLst>
            <pc:docMk/>
            <pc:sldMk cId="1678222352" sldId="261"/>
            <ac:picMk id="8" creationId="{D225D918-EDDB-9657-092D-923C726B4E9C}"/>
          </ac:picMkLst>
        </pc:picChg>
      </pc:sldChg>
      <pc:sldChg chg="addSp delSp modSp add del mod ord">
        <pc:chgData name="結月 梁瀬" userId="1f3453c015a41521" providerId="LiveId" clId="{437E0789-DA0B-425A-8B39-711296BAB4E1}" dt="2026-07-23T04:47:14.322" v="2637" actId="2696"/>
        <pc:sldMkLst>
          <pc:docMk/>
          <pc:sldMk cId="2288947411" sldId="262"/>
        </pc:sldMkLst>
        <pc:spChg chg="mod">
          <ac:chgData name="結月 梁瀬" userId="1f3453c015a41521" providerId="LiveId" clId="{437E0789-DA0B-425A-8B39-711296BAB4E1}" dt="2026-07-23T03:22:08.750" v="1079" actId="20577"/>
          <ac:spMkLst>
            <pc:docMk/>
            <pc:sldMk cId="2288947411" sldId="262"/>
            <ac:spMk id="4" creationId="{44A69D81-AAED-867B-F0CC-7DE3EAEC4907}"/>
          </ac:spMkLst>
        </pc:spChg>
        <pc:spChg chg="del">
          <ac:chgData name="結月 梁瀬" userId="1f3453c015a41521" providerId="LiveId" clId="{437E0789-DA0B-425A-8B39-711296BAB4E1}" dt="2026-07-23T03:22:00.390" v="1057" actId="21"/>
          <ac:spMkLst>
            <pc:docMk/>
            <pc:sldMk cId="2288947411" sldId="262"/>
            <ac:spMk id="6" creationId="{799137CC-A028-DFAF-3623-8E24968A55AD}"/>
          </ac:spMkLst>
        </pc:spChg>
        <pc:picChg chg="add mod">
          <ac:chgData name="結月 梁瀬" userId="1f3453c015a41521" providerId="LiveId" clId="{437E0789-DA0B-425A-8B39-711296BAB4E1}" dt="2026-07-23T03:25:00.744" v="1107" actId="14100"/>
          <ac:picMkLst>
            <pc:docMk/>
            <pc:sldMk cId="2288947411" sldId="262"/>
            <ac:picMk id="5" creationId="{4115AFF5-E97A-FBE6-A0D4-C9BF37076E61}"/>
          </ac:picMkLst>
        </pc:picChg>
        <pc:picChg chg="add mod">
          <ac:chgData name="結月 梁瀬" userId="1f3453c015a41521" providerId="LiveId" clId="{437E0789-DA0B-425A-8B39-711296BAB4E1}" dt="2026-07-23T03:25:07.217" v="1109" actId="1076"/>
          <ac:picMkLst>
            <pc:docMk/>
            <pc:sldMk cId="2288947411" sldId="262"/>
            <ac:picMk id="8" creationId="{A117F8AC-AC51-4643-E5CA-F7D4EF41F481}"/>
          </ac:picMkLst>
        </pc:picChg>
        <pc:picChg chg="add mod">
          <ac:chgData name="結月 梁瀬" userId="1f3453c015a41521" providerId="LiveId" clId="{437E0789-DA0B-425A-8B39-711296BAB4E1}" dt="2026-07-23T03:25:36.228" v="1117" actId="1076"/>
          <ac:picMkLst>
            <pc:docMk/>
            <pc:sldMk cId="2288947411" sldId="262"/>
            <ac:picMk id="10" creationId="{6AC40ED3-BFA7-3F4B-155B-DA147DCBF55A}"/>
          </ac:picMkLst>
        </pc:picChg>
        <pc:picChg chg="add mod">
          <ac:chgData name="結月 梁瀬" userId="1f3453c015a41521" providerId="LiveId" clId="{437E0789-DA0B-425A-8B39-711296BAB4E1}" dt="2026-07-23T03:25:38.232" v="1118" actId="1076"/>
          <ac:picMkLst>
            <pc:docMk/>
            <pc:sldMk cId="2288947411" sldId="262"/>
            <ac:picMk id="12" creationId="{84F2C00F-AC58-4946-4A93-19AEF3DDFBBB}"/>
          </ac:picMkLst>
        </pc:picChg>
        <pc:picChg chg="add mod">
          <ac:chgData name="結月 梁瀬" userId="1f3453c015a41521" providerId="LiveId" clId="{437E0789-DA0B-425A-8B39-711296BAB4E1}" dt="2026-07-23T03:25:46.645" v="1121" actId="1076"/>
          <ac:picMkLst>
            <pc:docMk/>
            <pc:sldMk cId="2288947411" sldId="262"/>
            <ac:picMk id="14" creationId="{30EF64DC-ED5B-0BCF-D0C3-01905639F4E2}"/>
          </ac:picMkLst>
        </pc:picChg>
      </pc:sldChg>
      <pc:sldChg chg="addSp modSp add mod ord">
        <pc:chgData name="結月 梁瀬" userId="1f3453c015a41521" providerId="LiveId" clId="{437E0789-DA0B-425A-8B39-711296BAB4E1}" dt="2026-07-23T04:45:16.524" v="2632" actId="20577"/>
        <pc:sldMkLst>
          <pc:docMk/>
          <pc:sldMk cId="2171945861" sldId="263"/>
        </pc:sldMkLst>
        <pc:spChg chg="mod">
          <ac:chgData name="結月 梁瀬" userId="1f3453c015a41521" providerId="LiveId" clId="{437E0789-DA0B-425A-8B39-711296BAB4E1}" dt="2026-07-23T03:43:11.542" v="1518" actId="20577"/>
          <ac:spMkLst>
            <pc:docMk/>
            <pc:sldMk cId="2171945861" sldId="263"/>
            <ac:spMk id="4" creationId="{F4F53D4C-31C0-3555-FC70-F88F4019F57A}"/>
          </ac:spMkLst>
        </pc:spChg>
        <pc:spChg chg="add mod">
          <ac:chgData name="結月 梁瀬" userId="1f3453c015a41521" providerId="LiveId" clId="{437E0789-DA0B-425A-8B39-711296BAB4E1}" dt="2026-07-23T04:45:16.524" v="2632" actId="20577"/>
          <ac:spMkLst>
            <pc:docMk/>
            <pc:sldMk cId="2171945861" sldId="263"/>
            <ac:spMk id="5" creationId="{BAA7D06A-EA45-F9CF-5FC5-89A7DCB70E87}"/>
          </ac:spMkLst>
        </pc:spChg>
        <pc:spChg chg="mod">
          <ac:chgData name="結月 梁瀬" userId="1f3453c015a41521" providerId="LiveId" clId="{437E0789-DA0B-425A-8B39-711296BAB4E1}" dt="2026-07-23T03:43:19.255" v="1531" actId="20577"/>
          <ac:spMkLst>
            <pc:docMk/>
            <pc:sldMk cId="2171945861" sldId="263"/>
            <ac:spMk id="6" creationId="{E96FEB7E-C844-C8CD-C904-43E847709DB3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D5C01E6-6675-C8E1-4DC4-1326AE4E42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54EB00BC-20DE-ED6A-DA86-4ABDA70302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7FD3B46-D6BB-CC98-EA2A-9A7FB70B53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1A4C6-E72E-43B8-B868-83DE5C82B262}" type="datetimeFigureOut">
              <a:rPr kumimoji="1" lang="ja-JP" altLang="en-US" smtClean="0"/>
              <a:t>2026/7/23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5CDF5F8-4871-2070-3658-6330E957B6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E041D7F-EBD8-0E71-E92A-E8AA46F8AA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758C8-7A29-49AC-A63D-B1FD04BD616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295533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87B0E96-B241-C8BF-52D8-2A72C1BCA1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4ED0F00-4A21-AA63-6258-C1D31AE01F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C8586D4-84D7-0584-8D03-3FF9819D7C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1A4C6-E72E-43B8-B868-83DE5C82B262}" type="datetimeFigureOut">
              <a:rPr kumimoji="1" lang="ja-JP" altLang="en-US" smtClean="0"/>
              <a:t>2026/7/23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1B402CC-316D-D0A6-A22D-8C157EE656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8611157-3C01-071C-B55E-63B0104F1E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758C8-7A29-49AC-A63D-B1FD04BD616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231736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16DCBB2-C2F8-61DA-06C0-5B2AED6AD6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DC1CBFA9-C3B5-705D-C4F8-0F88BCFBF8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47D326C-1A17-9F81-CF11-EFF3E177BA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1A4C6-E72E-43B8-B868-83DE5C82B262}" type="datetimeFigureOut">
              <a:rPr kumimoji="1" lang="ja-JP" altLang="en-US" smtClean="0"/>
              <a:t>2026/7/23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84BE81D-3561-AC51-9770-2778548150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A11DB5A-336E-9EFA-0267-85E0AC16D9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758C8-7A29-49AC-A63D-B1FD04BD616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192418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E43F7A4-C18E-6096-7736-074AF25E27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8D936B0-536E-07C7-C5B4-F5CFFE11419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A3710107-8EA3-53B8-8E34-A5B7053C43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3C28D5F1-3449-3C39-AEAE-9AA969E489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1A4C6-E72E-43B8-B868-83DE5C82B262}" type="datetimeFigureOut">
              <a:rPr kumimoji="1" lang="ja-JP" altLang="en-US" smtClean="0"/>
              <a:t>2026/7/23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2F494008-BA5D-ED61-7CB5-AFEEEB83B8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53796203-0596-02A8-B939-8FD795E7A9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758C8-7A29-49AC-A63D-B1FD04BD616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572279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6FC2F0E-FC45-303D-A2A4-37C9C5D53A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7B5BD2E-8B36-CEF4-6ED2-0C46DE6D9B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14FEC50E-27B1-2A4D-A902-4994B33DB0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1D457C33-8067-5B32-970C-EBDCF009010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FBF06107-628B-45E5-EE73-CEDEE443F0C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D14B864B-6480-138B-7326-270C02AB84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1A4C6-E72E-43B8-B868-83DE5C82B262}" type="datetimeFigureOut">
              <a:rPr kumimoji="1" lang="ja-JP" altLang="en-US" smtClean="0"/>
              <a:t>2026/7/23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44FDA4E3-212F-1ADA-448F-5440EAA850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5454FEE8-2A6E-99D9-B47D-3FEC2739E8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758C8-7A29-49AC-A63D-B1FD04BD616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152456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2D6042F-F2DA-D525-002B-A85E941451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830E9626-F217-D512-4CA9-FC2D203317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1A4C6-E72E-43B8-B868-83DE5C82B262}" type="datetimeFigureOut">
              <a:rPr kumimoji="1" lang="ja-JP" altLang="en-US" smtClean="0"/>
              <a:t>2026/7/23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DE568B8A-A0D9-0B3F-F682-D51E0DD8B2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558A9785-4173-C44B-4564-CB92F8D8DE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758C8-7A29-49AC-A63D-B1FD04BD616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41457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3C4B8F56-2056-0C4E-17C4-75D5585BB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1A4C6-E72E-43B8-B868-83DE5C82B262}" type="datetimeFigureOut">
              <a:rPr kumimoji="1" lang="ja-JP" altLang="en-US" smtClean="0"/>
              <a:t>2026/7/23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5EB261BA-D664-013C-6B57-A21A3A457E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AF103F78-467D-1A05-E2A7-CE620CAE35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758C8-7A29-49AC-A63D-B1FD04BD616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407720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8976B20-FD6D-CB6C-A13B-A2FF672E99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65C65DA-EE77-CB44-433D-AA23178286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B405A450-1710-C5DA-75C0-2FF128C36C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93915079-AE59-BE4C-4E63-98AC31B414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1A4C6-E72E-43B8-B868-83DE5C82B262}" type="datetimeFigureOut">
              <a:rPr kumimoji="1" lang="ja-JP" altLang="en-US" smtClean="0"/>
              <a:t>2026/7/23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3C4DF8CC-CF7E-F773-0E50-05048D7C54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B432FB44-1CDC-38E1-B22E-428B2B5857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758C8-7A29-49AC-A63D-B1FD04BD616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705476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F6FCD40-D989-3683-5A50-D98C802EF9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D2462DD2-395E-7D40-6882-B195DEE4ABD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BA0D5272-DE3C-A7B3-797E-62B4A895F0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7E047B86-C030-6B5C-C33C-BAC9FC8199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1A4C6-E72E-43B8-B868-83DE5C82B262}" type="datetimeFigureOut">
              <a:rPr kumimoji="1" lang="ja-JP" altLang="en-US" smtClean="0"/>
              <a:t>2026/7/23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6EA15F2C-C67E-3C1C-F90A-8032EF14BD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9272648-EEA3-E882-1580-D8BDA22BBF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758C8-7A29-49AC-A63D-B1FD04BD616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230878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2D1FD69-3684-FEE1-CE06-CD3C4062F8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D713A521-06F6-56A2-0503-5C4DDDEDE3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3408C81-3C33-0DA3-99D4-4451AF932A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1A4C6-E72E-43B8-B868-83DE5C82B262}" type="datetimeFigureOut">
              <a:rPr kumimoji="1" lang="ja-JP" altLang="en-US" smtClean="0"/>
              <a:t>2026/7/23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2776D39-8704-F70F-7FA6-AA8C9B4E28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2B6AC9A-4D3A-5E87-4ABC-6C526AC4F6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758C8-7A29-49AC-A63D-B1FD04BD616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574865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7DF629B1-832A-752E-E0CF-95FAC4CF517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F2C7436-3AA5-A856-A57F-CC56E7733B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35FA90F-7F41-76B0-C068-89FC6ED17C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1A4C6-E72E-43B8-B868-83DE5C82B262}" type="datetimeFigureOut">
              <a:rPr kumimoji="1" lang="ja-JP" altLang="en-US" smtClean="0"/>
              <a:t>2026/7/23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73BD5C8-6A29-00D9-EDB8-E9ED46210A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F4CDCEF-D97B-65AD-3FF9-839D6EBE98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758C8-7A29-49AC-A63D-B1FD04BD616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576523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CE4459B9-2F32-B56D-29D3-ADE274344A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71FA87FB-6EAC-46EB-7879-D85C168F45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44ED085-0D04-47F1-1459-6CECD67A7AB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D21A4C6-E72E-43B8-B868-83DE5C82B262}" type="datetimeFigureOut">
              <a:rPr kumimoji="1" lang="ja-JP" altLang="en-US" smtClean="0"/>
              <a:t>2026/7/23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23DB600-B009-07C6-B093-E085128C1D0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B649B1E-536F-887B-E40C-09980DD5EE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70758C8-7A29-49AC-A63D-B1FD04BD616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217205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lgGrid">
          <a:fgClr>
            <a:schemeClr val="bg1">
              <a:lumMod val="85000"/>
            </a:schemeClr>
          </a:fgClr>
          <a:bgClr>
            <a:schemeClr val="bg1"/>
          </a:bgClr>
        </a:patt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0180664-EF68-7640-18C5-B77CE2D21F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直線コネクタ 2">
            <a:extLst>
              <a:ext uri="{FF2B5EF4-FFF2-40B4-BE49-F238E27FC236}">
                <a16:creationId xmlns:a16="http://schemas.microsoft.com/office/drawing/2014/main" id="{99343978-309E-C9BD-6F87-434FCC5CDA87}"/>
              </a:ext>
            </a:extLst>
          </p:cNvPr>
          <p:cNvCxnSpPr>
            <a:cxnSpLocks/>
          </p:cNvCxnSpPr>
          <p:nvPr/>
        </p:nvCxnSpPr>
        <p:spPr>
          <a:xfrm>
            <a:off x="386585" y="1089791"/>
            <a:ext cx="2898271" cy="0"/>
          </a:xfrm>
          <a:prstGeom prst="line">
            <a:avLst/>
          </a:prstGeom>
          <a:ln w="107950">
            <a:solidFill>
              <a:srgbClr val="0C80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CB0932DD-BBCF-50AB-90F4-36024746D90D}"/>
              </a:ext>
            </a:extLst>
          </p:cNvPr>
          <p:cNvSpPr txBox="1"/>
          <p:nvPr/>
        </p:nvSpPr>
        <p:spPr>
          <a:xfrm>
            <a:off x="405635" y="284792"/>
            <a:ext cx="319831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4000" dirty="0">
                <a:solidFill>
                  <a:schemeClr val="accent3">
                    <a:lumMod val="50000"/>
                  </a:schemeClr>
                </a:solidFill>
                <a:latin typeface="HGPｺﾞｼｯｸE" panose="020B0900000000000000" pitchFamily="50" charset="-128"/>
                <a:ea typeface="HGPｺﾞｼｯｸE" panose="020B0900000000000000" pitchFamily="50" charset="-128"/>
              </a:rPr>
              <a:t>ゲームの概要</a:t>
            </a:r>
            <a:endParaRPr kumimoji="1" lang="en-US" altLang="ja-JP" sz="4000" dirty="0">
              <a:solidFill>
                <a:schemeClr val="accent3">
                  <a:lumMod val="50000"/>
                </a:schemeClr>
              </a:solidFill>
              <a:latin typeface="HGPｺﾞｼｯｸE" panose="020B0900000000000000" pitchFamily="50" charset="-128"/>
              <a:ea typeface="HGPｺﾞｼｯｸE" panose="020B0900000000000000" pitchFamily="50" charset="-128"/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61B01C07-D794-BAE6-0852-01507CD11791}"/>
              </a:ext>
            </a:extLst>
          </p:cNvPr>
          <p:cNvSpPr txBox="1"/>
          <p:nvPr/>
        </p:nvSpPr>
        <p:spPr>
          <a:xfrm>
            <a:off x="1270873" y="1490115"/>
            <a:ext cx="10719601" cy="427809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概要</a:t>
            </a:r>
            <a:endParaRPr lang="en-US" altLang="ja-JP" sz="2400" b="1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ja-JP" altLang="en-US" sz="2400" dirty="0"/>
              <a:t>敵から逃げ、宝を</a:t>
            </a:r>
            <a:r>
              <a:rPr lang="en-US" altLang="ja-JP" sz="2400" dirty="0"/>
              <a:t>5</a:t>
            </a:r>
            <a:r>
              <a:rPr lang="ja-JP" altLang="en-US" sz="2400" dirty="0"/>
              <a:t>つ取れたらクリアする「宝集めゲーム」</a:t>
            </a:r>
            <a:endParaRPr lang="en-US" altLang="ja-JP" sz="2400" dirty="0"/>
          </a:p>
          <a:p>
            <a:r>
              <a:rPr lang="en-US" altLang="ja-JP" sz="2400" dirty="0"/>
              <a:t>NOMAL</a:t>
            </a:r>
            <a:r>
              <a:rPr lang="ja-JP" altLang="en-US" sz="2400" dirty="0"/>
              <a:t>モードと</a:t>
            </a:r>
            <a:r>
              <a:rPr lang="en-US" altLang="ja-JP" sz="2400" dirty="0"/>
              <a:t>HARD</a:t>
            </a:r>
            <a:r>
              <a:rPr lang="ja-JP" altLang="en-US" sz="2400" dirty="0"/>
              <a:t>モードの</a:t>
            </a:r>
            <a:r>
              <a:rPr lang="en-US" altLang="ja-JP" sz="2400" dirty="0"/>
              <a:t>2</a:t>
            </a:r>
            <a:r>
              <a:rPr lang="ja-JP" altLang="en-US" sz="2400" dirty="0"/>
              <a:t>種類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ja-JP" altLang="en-US" sz="2400" b="1" dirty="0"/>
              <a:t>主な機能</a:t>
            </a:r>
            <a:endParaRPr lang="en-US" altLang="ja-JP" sz="2400" b="1" dirty="0"/>
          </a:p>
          <a:p>
            <a:r>
              <a:rPr lang="ja-JP" altLang="en-US" sz="3200" b="1" dirty="0"/>
              <a:t>・</a:t>
            </a:r>
            <a:r>
              <a:rPr lang="ja-JP" altLang="ja-JP" sz="2400" b="1" dirty="0"/>
              <a:t>探索＆宝箱収集</a:t>
            </a:r>
            <a:endParaRPr lang="en-US" altLang="ja-JP" sz="2400" b="1" dirty="0"/>
          </a:p>
          <a:p>
            <a:r>
              <a:rPr lang="ja-JP" altLang="en-US" sz="2400" dirty="0"/>
              <a:t>　</a:t>
            </a:r>
            <a:r>
              <a:rPr lang="en-US" altLang="ja-JP" sz="2400" dirty="0"/>
              <a:t>MAP</a:t>
            </a:r>
            <a:r>
              <a:rPr lang="ja-JP" altLang="ja-JP" sz="2400" dirty="0"/>
              <a:t>内を自由に移動し「全ての宝」をコンプリート回収するメイン機能。</a:t>
            </a:r>
            <a:endParaRPr lang="en-US" altLang="ja-JP" sz="3200" b="1" dirty="0"/>
          </a:p>
          <a:p>
            <a:r>
              <a:rPr lang="ja-JP" altLang="en-US" sz="2400" b="1" dirty="0"/>
              <a:t>・アイテム</a:t>
            </a:r>
            <a:endParaRPr lang="en-US" altLang="ja-JP" sz="2400" b="1" dirty="0"/>
          </a:p>
          <a:p>
            <a:r>
              <a:rPr lang="ja-JP" altLang="en-US" sz="2400" b="1" dirty="0"/>
              <a:t>・ギミック</a:t>
            </a:r>
            <a:r>
              <a:rPr lang="en-US" altLang="ja-JP" sz="2400" b="1" dirty="0"/>
              <a:t>(</a:t>
            </a:r>
            <a:r>
              <a:rPr lang="ja-JP" altLang="en-US" sz="2400" b="1" dirty="0"/>
              <a:t>仕掛け）</a:t>
            </a:r>
            <a:endParaRPr lang="en-US" altLang="ja-JP" sz="2400" b="1" dirty="0"/>
          </a:p>
          <a:p>
            <a:r>
              <a:rPr lang="ja-JP" altLang="en-US" sz="2400" b="1" dirty="0"/>
              <a:t>・難易度設定</a:t>
            </a:r>
            <a:endParaRPr lang="en-US" altLang="ja-JP" sz="2400" b="1" dirty="0"/>
          </a:p>
          <a:p>
            <a:r>
              <a:rPr lang="ja-JP" altLang="en-US" sz="2400" b="1" dirty="0"/>
              <a:t>・メッセージ表示</a:t>
            </a:r>
            <a:endParaRPr lang="en-US" altLang="ja-JP" sz="24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3095986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lgGrid">
          <a:fgClr>
            <a:schemeClr val="bg1">
              <a:lumMod val="85000"/>
            </a:schemeClr>
          </a:fgClr>
          <a:bgClr>
            <a:schemeClr val="bg1"/>
          </a:bgClr>
        </a:patt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3E28372-CB39-42FC-7A3E-E1C094EEAC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直線コネクタ 2">
            <a:extLst>
              <a:ext uri="{FF2B5EF4-FFF2-40B4-BE49-F238E27FC236}">
                <a16:creationId xmlns:a16="http://schemas.microsoft.com/office/drawing/2014/main" id="{78A05BA4-7EAD-BE96-B7AC-7E7FE6BCE0F4}"/>
              </a:ext>
            </a:extLst>
          </p:cNvPr>
          <p:cNvCxnSpPr>
            <a:cxnSpLocks/>
          </p:cNvCxnSpPr>
          <p:nvPr/>
        </p:nvCxnSpPr>
        <p:spPr>
          <a:xfrm>
            <a:off x="386585" y="1089791"/>
            <a:ext cx="2898271" cy="0"/>
          </a:xfrm>
          <a:prstGeom prst="line">
            <a:avLst/>
          </a:prstGeom>
          <a:ln w="107950">
            <a:solidFill>
              <a:srgbClr val="0C80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D9B337C8-B4C1-F898-A745-CC28E88A3F58}"/>
              </a:ext>
            </a:extLst>
          </p:cNvPr>
          <p:cNvSpPr txBox="1"/>
          <p:nvPr/>
        </p:nvSpPr>
        <p:spPr>
          <a:xfrm>
            <a:off x="405635" y="284792"/>
            <a:ext cx="286649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4000" dirty="0">
                <a:solidFill>
                  <a:schemeClr val="accent3">
                    <a:lumMod val="50000"/>
                  </a:schemeClr>
                </a:solidFill>
                <a:latin typeface="HGPｺﾞｼｯｸE" panose="020B0900000000000000" pitchFamily="50" charset="-128"/>
                <a:ea typeface="HGPｺﾞｼｯｸE" panose="020B0900000000000000" pitchFamily="50" charset="-128"/>
              </a:rPr>
              <a:t>タイトル画面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E69D2BA7-E0B4-660F-D55C-08928E0C12EA}"/>
              </a:ext>
            </a:extLst>
          </p:cNvPr>
          <p:cNvSpPr txBox="1"/>
          <p:nvPr/>
        </p:nvSpPr>
        <p:spPr>
          <a:xfrm>
            <a:off x="6283311" y="2537133"/>
            <a:ext cx="5694188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タイトル画面は以下の</a:t>
            </a:r>
            <a:r>
              <a:rPr kumimoji="1" lang="en-US" altLang="ja-JP" sz="2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3</a:t>
            </a:r>
            <a:r>
              <a:rPr kumimoji="1" lang="ja-JP" altLang="en-US" sz="2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つのボタンで構成</a:t>
            </a:r>
            <a:endParaRPr kumimoji="1" lang="en-US" altLang="ja-JP" sz="24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ja-JP" altLang="en-US" sz="2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①ゲーム開始</a:t>
            </a:r>
            <a:endParaRPr lang="en-US" altLang="ja-JP" sz="24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ja-JP" altLang="en-US" sz="2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②</a:t>
            </a:r>
            <a:r>
              <a:rPr kumimoji="1" lang="ja-JP" altLang="en-US" sz="2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オプション</a:t>
            </a:r>
            <a:endParaRPr kumimoji="1" lang="en-US" altLang="ja-JP" sz="24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ja-JP" altLang="en-US" sz="2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③ゲーム終了</a:t>
            </a:r>
            <a:endParaRPr lang="en-US" altLang="ja-JP" sz="24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endParaRPr lang="en-US" altLang="ja-JP" sz="24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kumimoji="1" lang="ja-JP" altLang="en-US" sz="2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★「</a:t>
            </a:r>
            <a:r>
              <a:rPr kumimoji="1" lang="en-US" altLang="ja-JP" sz="2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Enter</a:t>
            </a:r>
            <a:r>
              <a:rPr kumimoji="1" lang="ja-JP" altLang="en-US" sz="2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」でもゲームを開始できる</a:t>
            </a:r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0DA940A6-D348-D221-A18F-DFA7438EDD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3695" y="1433163"/>
            <a:ext cx="5002321" cy="4516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10992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lgGrid">
          <a:fgClr>
            <a:schemeClr val="bg1">
              <a:lumMod val="8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直線コネクタ 2">
            <a:extLst>
              <a:ext uri="{FF2B5EF4-FFF2-40B4-BE49-F238E27FC236}">
                <a16:creationId xmlns:a16="http://schemas.microsoft.com/office/drawing/2014/main" id="{5DC24858-B6DA-3594-99D9-171D897CE944}"/>
              </a:ext>
            </a:extLst>
          </p:cNvPr>
          <p:cNvCxnSpPr>
            <a:cxnSpLocks/>
          </p:cNvCxnSpPr>
          <p:nvPr/>
        </p:nvCxnSpPr>
        <p:spPr>
          <a:xfrm>
            <a:off x="386585" y="1089791"/>
            <a:ext cx="2898271" cy="0"/>
          </a:xfrm>
          <a:prstGeom prst="line">
            <a:avLst/>
          </a:prstGeom>
          <a:ln w="107950">
            <a:solidFill>
              <a:srgbClr val="0C80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3C81E2E-813F-643F-A4C6-2A801E7736F0}"/>
              </a:ext>
            </a:extLst>
          </p:cNvPr>
          <p:cNvSpPr txBox="1"/>
          <p:nvPr/>
        </p:nvSpPr>
        <p:spPr>
          <a:xfrm>
            <a:off x="405635" y="284792"/>
            <a:ext cx="344036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4000" dirty="0">
                <a:solidFill>
                  <a:schemeClr val="accent3">
                    <a:lumMod val="50000"/>
                  </a:schemeClr>
                </a:solidFill>
                <a:latin typeface="HGPｺﾞｼｯｸE" panose="020B0900000000000000" pitchFamily="50" charset="-128"/>
                <a:ea typeface="HGPｺﾞｼｯｸE" panose="020B0900000000000000" pitchFamily="50" charset="-128"/>
              </a:rPr>
              <a:t>オプション画面</a:t>
            </a:r>
            <a:endParaRPr kumimoji="1" lang="ja-JP" altLang="en-US" sz="4000" dirty="0">
              <a:solidFill>
                <a:schemeClr val="accent3">
                  <a:lumMod val="50000"/>
                </a:schemeClr>
              </a:solidFill>
              <a:latin typeface="HGPｺﾞｼｯｸE" panose="020B0900000000000000" pitchFamily="50" charset="-128"/>
              <a:ea typeface="HGPｺﾞｼｯｸE" panose="020B0900000000000000" pitchFamily="50" charset="-128"/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1D032682-6069-7B2F-E5BA-AFFE2ACFFFB5}"/>
              </a:ext>
            </a:extLst>
          </p:cNvPr>
          <p:cNvSpPr txBox="1"/>
          <p:nvPr/>
        </p:nvSpPr>
        <p:spPr>
          <a:xfrm>
            <a:off x="6017342" y="2497394"/>
            <a:ext cx="6035627" cy="280076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オプション画面は以下の</a:t>
            </a:r>
            <a:r>
              <a:rPr lang="en-US" altLang="ja-JP" sz="2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3</a:t>
            </a:r>
            <a:r>
              <a:rPr lang="ja-JP" altLang="en-US" sz="2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つのボタンで構成</a:t>
            </a:r>
            <a:endParaRPr lang="en-US" altLang="ja-JP" sz="24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kumimoji="1" lang="ja-JP" altLang="en-US" sz="2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①操作説明</a:t>
            </a:r>
            <a:endParaRPr kumimoji="1" lang="en-US" altLang="ja-JP" sz="24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kumimoji="1" lang="ja-JP" altLang="en-US" sz="20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操作方法の説明を表示している。</a:t>
            </a:r>
            <a:endParaRPr kumimoji="1" lang="en-US" altLang="ja-JP" sz="20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kumimoji="1" lang="ja-JP" altLang="en-US" sz="2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②ゲーム説明</a:t>
            </a:r>
            <a:endParaRPr kumimoji="1" lang="en-US" altLang="ja-JP" sz="24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en-US" altLang="ja-JP" sz="20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NOMAL</a:t>
            </a:r>
            <a:r>
              <a:rPr lang="ja-JP" altLang="en-US" sz="20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、</a:t>
            </a:r>
            <a:r>
              <a:rPr lang="en-US" altLang="ja-JP" sz="20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HARD</a:t>
            </a:r>
            <a:r>
              <a:rPr lang="ja-JP" altLang="en-US" sz="20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モードのゲーム説明</a:t>
            </a:r>
            <a:endParaRPr lang="en-US" altLang="ja-JP" sz="20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kumimoji="1" lang="ja-JP" altLang="en-US" sz="20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それぞれ</a:t>
            </a:r>
            <a:r>
              <a:rPr lang="ja-JP" altLang="en-US" sz="20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書いている</a:t>
            </a:r>
            <a:endParaRPr kumimoji="1" lang="en-US" altLang="ja-JP" sz="24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kumimoji="1" lang="ja-JP" altLang="en-US" sz="2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③タイトルへ戻る</a:t>
            </a:r>
            <a:endParaRPr kumimoji="1" lang="en-US" altLang="ja-JP" sz="24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kumimoji="1" lang="ja-JP" altLang="en-US" sz="20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難易度：「</a:t>
            </a:r>
            <a:r>
              <a:rPr kumimoji="1" lang="en-US" altLang="ja-JP" sz="2000" dirty="0">
                <a:solidFill>
                  <a:srgbClr val="0070C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NOMAL</a:t>
            </a:r>
            <a:r>
              <a:rPr kumimoji="1" lang="ja-JP" altLang="en-US" sz="20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か「</a:t>
            </a:r>
            <a:r>
              <a:rPr kumimoji="1" lang="en-US" altLang="ja-JP" sz="2000" dirty="0">
                <a:solidFill>
                  <a:srgbClr val="FF00FF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HARD</a:t>
            </a:r>
            <a:r>
              <a:rPr kumimoji="1" lang="ja-JP" altLang="en-US" sz="20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」を選択できる</a:t>
            </a:r>
          </a:p>
        </p:txBody>
      </p:sp>
      <p:pic>
        <p:nvPicPr>
          <p:cNvPr id="9" name="図 8">
            <a:extLst>
              <a:ext uri="{FF2B5EF4-FFF2-40B4-BE49-F238E27FC236}">
                <a16:creationId xmlns:a16="http://schemas.microsoft.com/office/drawing/2014/main" id="{D84BC9B6-0E46-BA33-BDD0-F961118AB5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056" y="1473892"/>
            <a:ext cx="5050654" cy="4566485"/>
          </a:xfrm>
          <a:prstGeom prst="rect">
            <a:avLst/>
          </a:prstGeom>
        </p:spPr>
      </p:pic>
      <p:pic>
        <p:nvPicPr>
          <p:cNvPr id="11" name="図 10">
            <a:extLst>
              <a:ext uri="{FF2B5EF4-FFF2-40B4-BE49-F238E27FC236}">
                <a16:creationId xmlns:a16="http://schemas.microsoft.com/office/drawing/2014/main" id="{30888332-12C1-6AD1-F9FD-B939D0A113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972633"/>
            <a:ext cx="2146161" cy="443865"/>
          </a:xfrm>
          <a:prstGeom prst="rect">
            <a:avLst/>
          </a:prstGeom>
        </p:spPr>
      </p:pic>
      <p:cxnSp>
        <p:nvCxnSpPr>
          <p:cNvPr id="17" name="直線矢印コネクタ 16">
            <a:extLst>
              <a:ext uri="{FF2B5EF4-FFF2-40B4-BE49-F238E27FC236}">
                <a16:creationId xmlns:a16="http://schemas.microsoft.com/office/drawing/2014/main" id="{D2B11A59-BD72-4154-60BA-4E3BB2C03F82}"/>
              </a:ext>
            </a:extLst>
          </p:cNvPr>
          <p:cNvCxnSpPr>
            <a:cxnSpLocks/>
          </p:cNvCxnSpPr>
          <p:nvPr/>
        </p:nvCxnSpPr>
        <p:spPr>
          <a:xfrm flipH="1">
            <a:off x="4233228" y="1416498"/>
            <a:ext cx="1784114" cy="1080896"/>
          </a:xfrm>
          <a:prstGeom prst="straightConnector1">
            <a:avLst/>
          </a:prstGeom>
          <a:ln>
            <a:solidFill>
              <a:srgbClr val="FFFF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061247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lgGrid">
          <a:fgClr>
            <a:schemeClr val="bg1">
              <a:lumMod val="85000"/>
            </a:schemeClr>
          </a:fgClr>
          <a:bgClr>
            <a:schemeClr val="bg1"/>
          </a:bgClr>
        </a:patt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04790FA-3998-D8F5-3FDC-D035E2C293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直線コネクタ 2">
            <a:extLst>
              <a:ext uri="{FF2B5EF4-FFF2-40B4-BE49-F238E27FC236}">
                <a16:creationId xmlns:a16="http://schemas.microsoft.com/office/drawing/2014/main" id="{0E547CCF-7CDA-CF28-E8AC-375705B31D8A}"/>
              </a:ext>
            </a:extLst>
          </p:cNvPr>
          <p:cNvCxnSpPr>
            <a:cxnSpLocks/>
          </p:cNvCxnSpPr>
          <p:nvPr/>
        </p:nvCxnSpPr>
        <p:spPr>
          <a:xfrm>
            <a:off x="386585" y="1089791"/>
            <a:ext cx="2898271" cy="0"/>
          </a:xfrm>
          <a:prstGeom prst="line">
            <a:avLst/>
          </a:prstGeom>
          <a:ln w="107950">
            <a:solidFill>
              <a:srgbClr val="0C80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8469E831-C139-177B-105F-D94164F40CEF}"/>
              </a:ext>
            </a:extLst>
          </p:cNvPr>
          <p:cNvSpPr txBox="1"/>
          <p:nvPr/>
        </p:nvSpPr>
        <p:spPr>
          <a:xfrm>
            <a:off x="405635" y="284792"/>
            <a:ext cx="372570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4000" dirty="0">
                <a:solidFill>
                  <a:schemeClr val="accent3">
                    <a:lumMod val="50000"/>
                  </a:schemeClr>
                </a:solidFill>
                <a:latin typeface="HGPｺﾞｼｯｸE" panose="020B0900000000000000" pitchFamily="50" charset="-128"/>
                <a:ea typeface="HGPｺﾞｼｯｸE" panose="020B0900000000000000" pitchFamily="50" charset="-128"/>
              </a:rPr>
              <a:t>ゲーム説明画面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552DBFD8-0005-18A6-8E4C-C658004CA86C}"/>
              </a:ext>
            </a:extLst>
          </p:cNvPr>
          <p:cNvSpPr txBox="1"/>
          <p:nvPr/>
        </p:nvSpPr>
        <p:spPr>
          <a:xfrm>
            <a:off x="969892" y="1487725"/>
            <a:ext cx="25971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1.NOMAL</a:t>
            </a:r>
            <a:r>
              <a:rPr kumimoji="1" lang="ja-JP" altLang="en-US" dirty="0"/>
              <a:t>モードの説明</a:t>
            </a: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68E1CD58-568C-5FB5-27F9-FF844E2CCEA6}"/>
              </a:ext>
            </a:extLst>
          </p:cNvPr>
          <p:cNvSpPr txBox="1"/>
          <p:nvPr/>
        </p:nvSpPr>
        <p:spPr>
          <a:xfrm>
            <a:off x="6389001" y="1487725"/>
            <a:ext cx="24032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/>
              <a:t>2</a:t>
            </a:r>
            <a:r>
              <a:rPr kumimoji="1" lang="en-US" altLang="ja-JP" dirty="0"/>
              <a:t>.</a:t>
            </a:r>
            <a:r>
              <a:rPr lang="en-US" altLang="ja-JP" dirty="0"/>
              <a:t>HARD</a:t>
            </a:r>
            <a:r>
              <a:rPr kumimoji="1" lang="ja-JP" altLang="en-US" dirty="0"/>
              <a:t>モードの説明</a:t>
            </a:r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2DA5D1F8-E5AB-580E-0E66-1A0C522600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2429" y="1981528"/>
            <a:ext cx="4593348" cy="4084005"/>
          </a:xfrm>
          <a:prstGeom prst="rect">
            <a:avLst/>
          </a:prstGeom>
        </p:spPr>
      </p:pic>
      <p:pic>
        <p:nvPicPr>
          <p:cNvPr id="7" name="図 6">
            <a:extLst>
              <a:ext uri="{FF2B5EF4-FFF2-40B4-BE49-F238E27FC236}">
                <a16:creationId xmlns:a16="http://schemas.microsoft.com/office/drawing/2014/main" id="{787EBA48-5CBC-582B-761E-B606A0FC9D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2742" y="1981527"/>
            <a:ext cx="4518962" cy="4084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52097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lgGrid">
          <a:fgClr>
            <a:schemeClr val="bg1">
              <a:lumMod val="85000"/>
            </a:schemeClr>
          </a:fgClr>
          <a:bgClr>
            <a:schemeClr val="bg1"/>
          </a:bgClr>
        </a:patt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F0FEB8B-3EC3-8ECE-4EED-6D03E845DB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直線コネクタ 2">
            <a:extLst>
              <a:ext uri="{FF2B5EF4-FFF2-40B4-BE49-F238E27FC236}">
                <a16:creationId xmlns:a16="http://schemas.microsoft.com/office/drawing/2014/main" id="{7CC72FCF-D3B4-13DB-2F77-4340AC576117}"/>
              </a:ext>
            </a:extLst>
          </p:cNvPr>
          <p:cNvCxnSpPr>
            <a:cxnSpLocks/>
          </p:cNvCxnSpPr>
          <p:nvPr/>
        </p:nvCxnSpPr>
        <p:spPr>
          <a:xfrm>
            <a:off x="386585" y="1089791"/>
            <a:ext cx="2898271" cy="0"/>
          </a:xfrm>
          <a:prstGeom prst="line">
            <a:avLst/>
          </a:prstGeom>
          <a:ln w="107950">
            <a:solidFill>
              <a:srgbClr val="0C80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F4F53D4C-31C0-3555-FC70-F88F4019F57A}"/>
              </a:ext>
            </a:extLst>
          </p:cNvPr>
          <p:cNvSpPr txBox="1"/>
          <p:nvPr/>
        </p:nvSpPr>
        <p:spPr>
          <a:xfrm>
            <a:off x="405635" y="284792"/>
            <a:ext cx="359585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4000" dirty="0">
                <a:solidFill>
                  <a:schemeClr val="accent3">
                    <a:lumMod val="50000"/>
                  </a:schemeClr>
                </a:solidFill>
                <a:latin typeface="HGPｺﾞｼｯｸE" panose="020B0900000000000000" pitchFamily="50" charset="-128"/>
                <a:ea typeface="HGPｺﾞｼｯｸE" panose="020B0900000000000000" pitchFamily="50" charset="-128"/>
              </a:rPr>
              <a:t>スコア加算方法</a:t>
            </a:r>
            <a:endParaRPr kumimoji="1" lang="en-US" altLang="ja-JP" sz="4000" dirty="0">
              <a:solidFill>
                <a:schemeClr val="accent3">
                  <a:lumMod val="50000"/>
                </a:schemeClr>
              </a:solidFill>
              <a:latin typeface="HGPｺﾞｼｯｸE" panose="020B0900000000000000" pitchFamily="50" charset="-128"/>
              <a:ea typeface="HGPｺﾞｼｯｸE" panose="020B0900000000000000" pitchFamily="50" charset="-128"/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E96FEB7E-C844-C8CD-C904-43E847709DB3}"/>
              </a:ext>
            </a:extLst>
          </p:cNvPr>
          <p:cNvSpPr txBox="1"/>
          <p:nvPr/>
        </p:nvSpPr>
        <p:spPr>
          <a:xfrm>
            <a:off x="1408601" y="1605424"/>
            <a:ext cx="18473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altLang="ja-JP" sz="24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endParaRPr kumimoji="1" lang="ja-JP" altLang="en-US" sz="24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BAA7D06A-EA45-F9CF-5FC5-89A7DCB70E87}"/>
              </a:ext>
            </a:extLst>
          </p:cNvPr>
          <p:cNvSpPr txBox="1"/>
          <p:nvPr/>
        </p:nvSpPr>
        <p:spPr>
          <a:xfrm>
            <a:off x="717377" y="1379479"/>
            <a:ext cx="11330244" cy="44550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spcAft>
                <a:spcPts val="900"/>
              </a:spcAft>
              <a:buNone/>
            </a:pPr>
            <a:r>
              <a:rPr lang="ja-JP" altLang="ja-JP" sz="2800" b="1" i="0" dirty="0">
                <a:effectLst/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タイムボーナス リアルタイム計算</a:t>
            </a:r>
          </a:p>
          <a:p>
            <a:pPr marL="0" marR="0" indent="0" algn="l">
              <a:spcBef>
                <a:spcPts val="1500"/>
              </a:spcBef>
              <a:spcAft>
                <a:spcPts val="1200"/>
              </a:spcAft>
            </a:pPr>
            <a:r>
              <a:rPr lang="ja-JP" altLang="en-US" sz="2400" b="1" i="0" dirty="0">
                <a:effectLst/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・</a:t>
            </a:r>
            <a:r>
              <a:rPr lang="ja-JP" altLang="ja-JP" sz="2400" b="1" i="0" dirty="0">
                <a:effectLst/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1秒につき +10点 </a:t>
            </a:r>
            <a:br>
              <a:rPr lang="ja-JP" altLang="ja-JP" sz="2400" b="0" i="0" dirty="0">
                <a:effectLst/>
                <a:latin typeface="BIZ UDPゴシック" panose="020B0400000000000000" pitchFamily="50" charset="-128"/>
                <a:ea typeface="BIZ UDPゴシック" panose="020B0400000000000000" pitchFamily="50" charset="-128"/>
              </a:rPr>
            </a:br>
            <a:r>
              <a:rPr lang="ja-JP" altLang="ja-JP" sz="2400" b="0" i="0" dirty="0">
                <a:effectLst/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残り時間をリアルタイムでスコア換算</a:t>
            </a:r>
          </a:p>
          <a:p>
            <a:pPr marL="0" marR="0" indent="0" algn="l">
              <a:spcBef>
                <a:spcPts val="15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ja-JP" altLang="ja-JP" sz="2400" b="1" i="0" dirty="0">
                <a:effectLst/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宝獲得ボーナス（1個 +</a:t>
            </a:r>
            <a:r>
              <a:rPr lang="en-US" altLang="ja-JP" sz="2400" b="1" i="0" dirty="0">
                <a:effectLst/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3</a:t>
            </a:r>
            <a:r>
              <a:rPr lang="ja-JP" altLang="ja-JP" sz="2400" b="1" i="0" dirty="0">
                <a:effectLst/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00点</a:t>
            </a:r>
            <a:r>
              <a:rPr lang="ja-JP" altLang="en-US" sz="2400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 </a:t>
            </a:r>
            <a:r>
              <a:rPr lang="ja-JP" altLang="ja-JP" sz="2400" b="1" i="0" dirty="0">
                <a:effectLst/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）</a:t>
            </a:r>
            <a:br>
              <a:rPr lang="ja-JP" altLang="ja-JP" sz="2400" b="0" i="0" dirty="0">
                <a:effectLst/>
                <a:latin typeface="BIZ UDPゴシック" panose="020B0400000000000000" pitchFamily="50" charset="-128"/>
                <a:ea typeface="BIZ UDPゴシック" panose="020B0400000000000000" pitchFamily="50" charset="-128"/>
              </a:rPr>
            </a:br>
            <a:r>
              <a:rPr lang="ja-JP" altLang="ja-JP" sz="2400" b="0" i="0" dirty="0">
                <a:effectLst/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宝の取得と同時にメッセージUIへ取得通知を発行。</a:t>
            </a:r>
          </a:p>
          <a:p>
            <a:pPr marL="0" marR="0" indent="0" algn="l">
              <a:spcBef>
                <a:spcPts val="15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ja-JP" altLang="en-US" sz="2400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マグマに入った場合</a:t>
            </a:r>
            <a:br>
              <a:rPr lang="ja-JP" altLang="ja-JP" sz="2400" b="0" i="0" dirty="0">
                <a:effectLst/>
                <a:latin typeface="BIZ UDPゴシック" panose="020B0400000000000000" pitchFamily="50" charset="-128"/>
                <a:ea typeface="BIZ UDPゴシック" panose="020B0400000000000000" pitchFamily="50" charset="-128"/>
              </a:rPr>
            </a:br>
            <a:r>
              <a:rPr lang="ja-JP" altLang="ja-JP" sz="2400" b="0" i="0" dirty="0">
                <a:effectLst/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マグマ</a:t>
            </a:r>
            <a:r>
              <a:rPr lang="ja-JP" altLang="en-US" sz="2400" b="0" i="0" dirty="0">
                <a:effectLst/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に入った場合</a:t>
            </a:r>
            <a:r>
              <a:rPr lang="en-US" altLang="ja-JP" sz="2400" b="0" i="0" dirty="0">
                <a:effectLst/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0.5</a:t>
            </a:r>
            <a:r>
              <a:rPr lang="ja-JP" altLang="en-US" sz="2400" b="0" i="0" dirty="0">
                <a:effectLst/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秒ごとに</a:t>
            </a:r>
            <a:r>
              <a:rPr lang="en-US" altLang="ja-JP" sz="2400" b="0" i="0" dirty="0">
                <a:effectLst/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-10</a:t>
            </a:r>
            <a:r>
              <a:rPr lang="ja-JP" altLang="en-US" sz="2400" b="0" i="0" dirty="0">
                <a:effectLst/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点（注意：</a:t>
            </a:r>
            <a:r>
              <a:rPr lang="en-US" altLang="ja-JP" sz="2400" b="0" i="0" dirty="0">
                <a:effectLst/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2</a:t>
            </a:r>
            <a:r>
              <a:rPr lang="ja-JP" altLang="en-US" sz="2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秒以上触れるとゲームオーバー）</a:t>
            </a:r>
            <a:endParaRPr lang="en-US" altLang="ja-JP" sz="2400" b="0" i="0" dirty="0">
              <a:effectLst/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marL="0" marR="0" indent="0" algn="l">
              <a:spcBef>
                <a:spcPts val="15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ja-JP" altLang="en-US" sz="2400" b="1" i="0" dirty="0">
                <a:effectLst/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ゲームクリアで＋</a:t>
            </a:r>
            <a:r>
              <a:rPr lang="en-US" altLang="ja-JP" sz="2400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10</a:t>
            </a:r>
            <a:r>
              <a:rPr lang="en-US" altLang="ja-JP" sz="2400" b="1" i="0" dirty="0">
                <a:effectLst/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00</a:t>
            </a:r>
            <a:r>
              <a:rPr lang="ja-JP" altLang="en-US" sz="2400" b="1" i="0" dirty="0">
                <a:effectLst/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点</a:t>
            </a:r>
            <a:endParaRPr lang="ja-JP" altLang="ja-JP" sz="2400" b="1" i="0" dirty="0">
              <a:effectLst/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1719458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lgGrid">
          <a:fgClr>
            <a:schemeClr val="bg1">
              <a:lumMod val="85000"/>
            </a:schemeClr>
          </a:fgClr>
          <a:bgClr>
            <a:schemeClr val="bg1"/>
          </a:bgClr>
        </a:patt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BD82ADC-07D6-31D1-7DDE-542A4BD23F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直線コネクタ 2">
            <a:extLst>
              <a:ext uri="{FF2B5EF4-FFF2-40B4-BE49-F238E27FC236}">
                <a16:creationId xmlns:a16="http://schemas.microsoft.com/office/drawing/2014/main" id="{18ECC6CE-BF68-6654-09BF-02F31ECBA4CF}"/>
              </a:ext>
            </a:extLst>
          </p:cNvPr>
          <p:cNvCxnSpPr>
            <a:cxnSpLocks/>
          </p:cNvCxnSpPr>
          <p:nvPr/>
        </p:nvCxnSpPr>
        <p:spPr>
          <a:xfrm>
            <a:off x="386585" y="1089791"/>
            <a:ext cx="2898271" cy="0"/>
          </a:xfrm>
          <a:prstGeom prst="line">
            <a:avLst/>
          </a:prstGeom>
          <a:ln w="107950">
            <a:solidFill>
              <a:srgbClr val="0C80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4157E850-9A3B-B099-1B8A-FA5A78E6DCBD}"/>
              </a:ext>
            </a:extLst>
          </p:cNvPr>
          <p:cNvSpPr txBox="1"/>
          <p:nvPr/>
        </p:nvSpPr>
        <p:spPr>
          <a:xfrm>
            <a:off x="405635" y="284792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ja-JP" altLang="en-US" sz="4000" dirty="0">
              <a:solidFill>
                <a:schemeClr val="accent3">
                  <a:lumMod val="50000"/>
                </a:schemeClr>
              </a:solidFill>
              <a:latin typeface="HGPｺﾞｼｯｸE" panose="020B0900000000000000" pitchFamily="50" charset="-128"/>
              <a:ea typeface="HGPｺﾞｼｯｸE" panose="020B0900000000000000" pitchFamily="50" charset="-128"/>
            </a:endParaRPr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045E576B-0405-E283-5CCB-C483EA0656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000" y="1526715"/>
            <a:ext cx="5287225" cy="4754239"/>
          </a:xfrm>
          <a:prstGeom prst="rect">
            <a:avLst/>
          </a:prstGeom>
        </p:spPr>
      </p:pic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D42C2198-CBE5-B240-4124-D8CBCDDB71D8}"/>
              </a:ext>
            </a:extLst>
          </p:cNvPr>
          <p:cNvSpPr txBox="1"/>
          <p:nvPr/>
        </p:nvSpPr>
        <p:spPr>
          <a:xfrm>
            <a:off x="405635" y="284792"/>
            <a:ext cx="722986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4000" dirty="0">
                <a:solidFill>
                  <a:schemeClr val="accent3">
                    <a:lumMod val="50000"/>
                  </a:schemeClr>
                </a:solidFill>
                <a:latin typeface="HGPｺﾞｼｯｸE" panose="020B0900000000000000" pitchFamily="50" charset="-128"/>
                <a:ea typeface="HGPｺﾞｼｯｸE" panose="020B0900000000000000" pitchFamily="50" charset="-128"/>
              </a:rPr>
              <a:t>ゲーム画面</a:t>
            </a:r>
            <a:r>
              <a:rPr lang="en-US" altLang="ja-JP" sz="4000" dirty="0">
                <a:solidFill>
                  <a:schemeClr val="accent3">
                    <a:lumMod val="50000"/>
                  </a:schemeClr>
                </a:solidFill>
                <a:latin typeface="HGPｺﾞｼｯｸE" panose="020B0900000000000000" pitchFamily="50" charset="-128"/>
                <a:ea typeface="HGPｺﾞｼｯｸE" panose="020B0900000000000000" pitchFamily="50" charset="-128"/>
              </a:rPr>
              <a:t>(NOMAL)UI</a:t>
            </a:r>
            <a:r>
              <a:rPr lang="ja-JP" altLang="en-US" sz="4000" dirty="0">
                <a:solidFill>
                  <a:schemeClr val="accent3">
                    <a:lumMod val="50000"/>
                  </a:schemeClr>
                </a:solidFill>
                <a:latin typeface="HGPｺﾞｼｯｸE" panose="020B0900000000000000" pitchFamily="50" charset="-128"/>
                <a:ea typeface="HGPｺﾞｼｯｸE" panose="020B0900000000000000" pitchFamily="50" charset="-128"/>
              </a:rPr>
              <a:t>レイアウト</a:t>
            </a:r>
            <a:endParaRPr kumimoji="1" lang="en-US" altLang="ja-JP" sz="4000" dirty="0">
              <a:solidFill>
                <a:schemeClr val="accent3">
                  <a:lumMod val="50000"/>
                </a:schemeClr>
              </a:solidFill>
              <a:latin typeface="HGPｺﾞｼｯｸE" panose="020B0900000000000000" pitchFamily="50" charset="-128"/>
              <a:ea typeface="HGPｺﾞｼｯｸE" panose="020B0900000000000000" pitchFamily="50" charset="-128"/>
            </a:endParaRPr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983415A0-6009-8D06-5CE2-216DABAEF79E}"/>
              </a:ext>
            </a:extLst>
          </p:cNvPr>
          <p:cNvSpPr txBox="1"/>
          <p:nvPr/>
        </p:nvSpPr>
        <p:spPr>
          <a:xfrm>
            <a:off x="6096000" y="1089791"/>
            <a:ext cx="5202065" cy="40934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800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MAP</a:t>
            </a:r>
            <a:r>
              <a:rPr kumimoji="1" lang="ja-JP" altLang="en-US" sz="2800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画面（上部）</a:t>
            </a:r>
            <a:endParaRPr kumimoji="1" lang="en-US" altLang="ja-JP" sz="2800" b="1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ja-JP" altLang="en-US" sz="20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・</a:t>
            </a:r>
            <a:r>
              <a:rPr lang="ja-JP" altLang="ja-JP" sz="20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マップ</a:t>
            </a:r>
            <a:r>
              <a:rPr lang="ja-JP" altLang="en-US" sz="20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　・</a:t>
            </a:r>
            <a:r>
              <a:rPr lang="ja-JP" altLang="ja-JP" sz="20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プレイヤー</a:t>
            </a:r>
            <a:r>
              <a:rPr lang="ja-JP" altLang="en-US" sz="20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　・</a:t>
            </a:r>
            <a:r>
              <a:rPr lang="ja-JP" altLang="ja-JP" sz="20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敵</a:t>
            </a:r>
            <a:r>
              <a:rPr lang="ja-JP" altLang="en-US" sz="20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　・</a:t>
            </a:r>
            <a:r>
              <a:rPr lang="ja-JP" altLang="ja-JP" sz="20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各種ギミック</a:t>
            </a:r>
            <a:endParaRPr lang="en-US" altLang="ja-JP" sz="20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ja-JP" altLang="en-US" sz="20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・</a:t>
            </a:r>
            <a:r>
              <a:rPr lang="ja-JP" altLang="ja-JP" sz="20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アイテム</a:t>
            </a:r>
            <a:r>
              <a:rPr lang="ja-JP" altLang="en-US" sz="20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　</a:t>
            </a:r>
            <a:r>
              <a:rPr lang="ja-JP" altLang="ja-JP" sz="20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を全画面視認可能に配置。</a:t>
            </a:r>
            <a:endParaRPr lang="en-US" altLang="ja-JP" sz="20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endParaRPr lang="en-US" altLang="ja-JP" sz="2800" b="1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ja-JP" altLang="ja-JP" sz="2800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ステータスバー（中下部）</a:t>
            </a:r>
            <a:endParaRPr lang="en-US" altLang="ja-JP" sz="2800" b="1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ja-JP" altLang="en-US" sz="20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・</a:t>
            </a:r>
            <a:r>
              <a:rPr lang="ja-JP" altLang="ja-JP" sz="20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敵の数</a:t>
            </a:r>
            <a:r>
              <a:rPr lang="ja-JP" altLang="en-US" sz="20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　・</a:t>
            </a:r>
            <a:r>
              <a:rPr lang="ja-JP" altLang="ja-JP" sz="20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宝の数</a:t>
            </a:r>
            <a:r>
              <a:rPr lang="ja-JP" altLang="en-US" sz="20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　・</a:t>
            </a:r>
            <a:r>
              <a:rPr lang="ja-JP" altLang="ja-JP" sz="20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残り時間</a:t>
            </a:r>
            <a:r>
              <a:rPr lang="ja-JP" altLang="en-US" sz="20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　・</a:t>
            </a:r>
            <a:r>
              <a:rPr lang="ja-JP" altLang="ja-JP" sz="20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スコア</a:t>
            </a:r>
            <a:r>
              <a:rPr lang="ja-JP" altLang="en-US" sz="20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　</a:t>
            </a:r>
            <a:endParaRPr lang="en-US" altLang="ja-JP" sz="20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ja-JP" altLang="en-US" sz="20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・</a:t>
            </a:r>
            <a:r>
              <a:rPr lang="ja-JP" altLang="ja-JP" sz="20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バリア残数</a:t>
            </a:r>
            <a:r>
              <a:rPr lang="ja-JP" altLang="en-US" sz="20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　</a:t>
            </a:r>
            <a:r>
              <a:rPr lang="ja-JP" altLang="ja-JP" sz="20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を表示。</a:t>
            </a:r>
            <a:endParaRPr lang="en-US" altLang="ja-JP" sz="20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endParaRPr lang="en-US" altLang="ja-JP" sz="2800" b="1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ja-JP" altLang="ja-JP" sz="2800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メッセージダイアログ（最下部）</a:t>
            </a:r>
            <a:endParaRPr lang="en-US" altLang="ja-JP" sz="2800" b="1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ja-JP" altLang="ja-JP" sz="20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「ゲームスタート！」や宝獲得通知メッセージ</a:t>
            </a:r>
            <a:r>
              <a:rPr lang="ja-JP" altLang="en-US" sz="20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、</a:t>
            </a:r>
            <a:endParaRPr lang="en-US" altLang="ja-JP" sz="20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ja-JP" altLang="en-US" sz="20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アイテム入手メッセージの</a:t>
            </a:r>
            <a:r>
              <a:rPr lang="ja-JP" altLang="ja-JP" sz="20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リアルタイム表示</a:t>
            </a:r>
            <a:endParaRPr lang="en-US" altLang="ja-JP" sz="2000" b="1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5DD1AC86-8503-4646-DC9B-D1B40765E6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7469" y="5546157"/>
            <a:ext cx="4956531" cy="786036"/>
          </a:xfrm>
          <a:prstGeom prst="rect">
            <a:avLst/>
          </a:prstGeom>
        </p:spPr>
      </p:pic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824326BC-9ABD-2148-3957-6EC8FD693603}"/>
              </a:ext>
            </a:extLst>
          </p:cNvPr>
          <p:cNvSpPr txBox="1"/>
          <p:nvPr/>
        </p:nvSpPr>
        <p:spPr>
          <a:xfrm>
            <a:off x="6646078" y="5176825"/>
            <a:ext cx="36471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例：宝を入手した際のメッセージ</a:t>
            </a:r>
          </a:p>
        </p:txBody>
      </p:sp>
    </p:spTree>
    <p:extLst>
      <p:ext uri="{BB962C8B-B14F-4D97-AF65-F5344CB8AC3E}">
        <p14:creationId xmlns:p14="http://schemas.microsoft.com/office/powerpoint/2010/main" val="32939000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141</TotalTime>
  <Words>322</Words>
  <Application>Microsoft Office PowerPoint</Application>
  <PresentationFormat>ワイド画面</PresentationFormat>
  <Paragraphs>50</Paragraphs>
  <Slides>6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6</vt:i4>
      </vt:variant>
    </vt:vector>
  </HeadingPairs>
  <TitlesOfParts>
    <vt:vector size="12" baseType="lpstr">
      <vt:lpstr>BIZ UDPゴシック</vt:lpstr>
      <vt:lpstr>HGPｺﾞｼｯｸE</vt:lpstr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NOMURA Yuki</dc:creator>
  <cp:lastModifiedBy>結月 梁瀬</cp:lastModifiedBy>
  <cp:revision>1</cp:revision>
  <dcterms:created xsi:type="dcterms:W3CDTF">2026-07-22T02:33:56Z</dcterms:created>
  <dcterms:modified xsi:type="dcterms:W3CDTF">2026-07-23T04:48:59Z</dcterms:modified>
</cp:coreProperties>
</file>