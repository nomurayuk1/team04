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5C01E6-6675-C8E1-4DC4-1326AE4E4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4EB00BC-20DE-ED6A-DA86-4ABDA7030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FD3B46-D6BB-CC98-EA2A-9A7FB70B5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CDF5F8-4871-2070-3658-6330E957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041D7F-EBD8-0E71-E92A-E8AA46F8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9553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7B0E96-B241-C8BF-52D8-2A72C1BCA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ED0F00-4A21-AA63-6258-C1D31AE01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8586D4-84D7-0584-8D03-3FF9819D7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B402CC-316D-D0A6-A22D-8C157EE65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611157-3C01-071C-B55E-63B0104F1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3173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6DCBB2-C2F8-61DA-06C0-5B2AED6AD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1CBFA9-C3B5-705D-C4F8-0F88BCFBF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7D326C-1A17-9F81-CF11-EFF3E177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4BE81D-3561-AC51-9770-277854815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11DB5A-336E-9EFA-0267-85E0AC16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9241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43F7A4-C18E-6096-7736-074AF25E2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D936B0-536E-07C7-C5B4-F5CFFE114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710107-8EA3-53B8-8E34-A5B7053C4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28D5F1-3449-3C39-AEAE-9AA969E4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494008-BA5D-ED61-7CB5-AFEEEB83B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796203-0596-02A8-B939-8FD795E7A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227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FC2F0E-FC45-303D-A2A4-37C9C5D53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B5BD2E-8B36-CEF4-6ED2-0C46DE6D9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FEC50E-27B1-2A4D-A902-4994B33DB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D457C33-8067-5B32-970C-EBDCF0090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BF06107-628B-45E5-EE73-CEDEE443F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14B864B-6480-138B-7326-270C02AB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4FDA4E3-212F-1ADA-448F-5440EAA85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54FEE8-2A6E-99D9-B47D-3FEC2739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5245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D6042F-F2DA-D525-002B-A85E9414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0E9626-F217-D512-4CA9-FC2D2033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E568B8A-A0D9-0B3F-F682-D51E0DD8B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58A9785-4173-C44B-4564-CB92F8D8D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45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4B8F56-2056-0C4E-17C4-75D5585B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EB261BA-D664-013C-6B57-A21A3A457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103F78-467D-1A05-E2A7-CE620CAE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077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976B20-FD6D-CB6C-A13B-A2FF672E9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5C65DA-EE77-CB44-433D-AA2317828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05A450-1710-C5DA-75C0-2FF128C36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915079-AE59-BE4C-4E63-98AC31B4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4DF8CC-CF7E-F773-0E50-05048D7C5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32FB44-1CDC-38E1-B22E-428B2B58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0547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6FCD40-D989-3683-5A50-D98C802EF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462DD2-395E-7D40-6882-B195DEE4A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0D5272-DE3C-A7B3-797E-62B4A895F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E047B86-C030-6B5C-C33C-BAC9FC81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EA15F2C-C67E-3C1C-F90A-8032EF14B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272648-EEA3-E882-1580-D8BDA22BB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308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D1FD69-3684-FEE1-CE06-CD3C4062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13A521-06F6-56A2-0503-5C4DDDEDE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408C81-3C33-0DA3-99D4-4451AF932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776D39-8704-F70F-7FA6-AA8C9B4E2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B6AC9A-4D3A-5E87-4ABC-6C526AC4F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748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DF629B1-832A-752E-E0CF-95FAC4CF5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2C7436-3AA5-A856-A57F-CC56E7733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5FA90F-7F41-76B0-C068-89FC6ED17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A4C6-E72E-43B8-B868-83DE5C82B262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3BD5C8-6A29-00D9-EDB8-E9ED4621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4CDCEF-D97B-65AD-3FF9-839D6EBE9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65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E4459B9-2F32-B56D-29D3-ADE274344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FA87FB-6EAC-46EB-7879-D85C168F4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4ED085-0D04-47F1-1459-6CECD67A7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1A4C6-E72E-43B8-B868-83DE5C82B262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3DB600-B009-07C6-B093-E085128C1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649B1E-536F-887B-E40C-09980DD5E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758C8-7A29-49AC-A63D-B1FD04BD61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1720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DC24858-B6DA-3594-99D9-171D897CE944}"/>
              </a:ext>
            </a:extLst>
          </p:cNvPr>
          <p:cNvCxnSpPr>
            <a:cxnSpLocks/>
          </p:cNvCxnSpPr>
          <p:nvPr/>
        </p:nvCxnSpPr>
        <p:spPr>
          <a:xfrm>
            <a:off x="386585" y="1089791"/>
            <a:ext cx="2898271" cy="0"/>
          </a:xfrm>
          <a:prstGeom prst="line">
            <a:avLst/>
          </a:prstGeom>
          <a:ln w="107950">
            <a:solidFill>
              <a:srgbClr val="0C8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C81E2E-813F-643F-A4C6-2A801E7736F0}"/>
              </a:ext>
            </a:extLst>
          </p:cNvPr>
          <p:cNvSpPr txBox="1"/>
          <p:nvPr/>
        </p:nvSpPr>
        <p:spPr>
          <a:xfrm>
            <a:off x="405635" y="284792"/>
            <a:ext cx="1840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solidFill>
                  <a:schemeClr val="accent3">
                    <a:lumMod val="50000"/>
                  </a:schemeClr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タイトル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D032682-6069-7B2F-E5BA-AFFE2ACFFFB5}"/>
              </a:ext>
            </a:extLst>
          </p:cNvPr>
          <p:cNvSpPr txBox="1"/>
          <p:nvPr/>
        </p:nvSpPr>
        <p:spPr>
          <a:xfrm>
            <a:off x="5093961" y="6010275"/>
            <a:ext cx="2004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何らかの文字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63F4DBE-4D2A-98BA-F20C-F4A58884764D}"/>
              </a:ext>
            </a:extLst>
          </p:cNvPr>
          <p:cNvSpPr/>
          <p:nvPr/>
        </p:nvSpPr>
        <p:spPr>
          <a:xfrm>
            <a:off x="2320309" y="1914525"/>
            <a:ext cx="7551381" cy="24003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画面の写真とか</a:t>
            </a:r>
          </a:p>
        </p:txBody>
      </p:sp>
    </p:spTree>
    <p:extLst>
      <p:ext uri="{BB962C8B-B14F-4D97-AF65-F5344CB8AC3E}">
        <p14:creationId xmlns:p14="http://schemas.microsoft.com/office/powerpoint/2010/main" val="3106124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</Words>
  <Application>Microsoft Office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BIZ UDPゴシック</vt:lpstr>
      <vt:lpstr>HGPｺﾞｼｯｸE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NOMURA Yuki</dc:creator>
  <cp:lastModifiedBy>NOMURA Yuki</cp:lastModifiedBy>
  <cp:revision>1</cp:revision>
  <dcterms:created xsi:type="dcterms:W3CDTF">2026-07-22T02:33:56Z</dcterms:created>
  <dcterms:modified xsi:type="dcterms:W3CDTF">2026-07-22T02:38:53Z</dcterms:modified>
</cp:coreProperties>
</file>