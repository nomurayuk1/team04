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1A4C6-E72E-43B8-B868-83DE5C82B26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758C8-7A29-49AC-A63D-B1FD04BD6167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/>
          <p:cNvSpPr txBox="1"/>
          <p:nvPr/>
        </p:nvSpPr>
        <p:spPr>
          <a:xfrm>
            <a:off x="405635" y="284792"/>
            <a:ext cx="30130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マップの概要</a:t>
            </a:r>
            <a:endParaRPr kumimoji="1" lang="ja-JP" altLang="en-US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86706" y="1519555"/>
            <a:ext cx="3078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マップは以下の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種類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形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" y="2322195"/>
            <a:ext cx="5685155" cy="3688080"/>
          </a:xfrm>
          <a:prstGeom prst="rect">
            <a:avLst/>
          </a:prstGeom>
        </p:spPr>
      </p:pic>
      <p:pic>
        <p:nvPicPr>
          <p:cNvPr id="5" name="図形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590" y="2322195"/>
            <a:ext cx="5718810" cy="3688080"/>
          </a:xfrm>
          <a:prstGeom prst="rect">
            <a:avLst/>
          </a:prstGeom>
        </p:spPr>
      </p:pic>
      <p:sp>
        <p:nvSpPr>
          <p:cNvPr id="8" name="テキストボックス 7"/>
          <p:cNvSpPr txBox="1"/>
          <p:nvPr/>
        </p:nvSpPr>
        <p:spPr>
          <a:xfrm>
            <a:off x="1917065" y="6162040"/>
            <a:ext cx="2735580" cy="587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ja-JP" altLang="en-US" sz="2400"/>
              <a:t>難易度：</a:t>
            </a:r>
            <a:r>
              <a:rPr lang="en-US" altLang="ja-JP" sz="2400"/>
              <a:t>NORMAL</a:t>
            </a:r>
            <a:endParaRPr lang="en-US" altLang="ja-JP" sz="2400"/>
          </a:p>
        </p:txBody>
      </p:sp>
      <p:sp>
        <p:nvSpPr>
          <p:cNvPr id="9" name="テキストボックス 8"/>
          <p:cNvSpPr txBox="1"/>
          <p:nvPr/>
        </p:nvSpPr>
        <p:spPr>
          <a:xfrm>
            <a:off x="7937500" y="6162040"/>
            <a:ext cx="2662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2400"/>
              <a:t>難易度：</a:t>
            </a:r>
            <a:r>
              <a:rPr lang="en-US" altLang="ja-JP" sz="2400"/>
              <a:t>HARD</a:t>
            </a:r>
            <a:endParaRPr lang="en-US" altLang="ja-JP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/>
          <p:cNvSpPr txBox="1"/>
          <p:nvPr/>
        </p:nvSpPr>
        <p:spPr>
          <a:xfrm>
            <a:off x="405635" y="284792"/>
            <a:ext cx="30130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マップの概要</a:t>
            </a:r>
            <a:endParaRPr kumimoji="1" lang="ja-JP" altLang="en-US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2" name="図形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" y="1985010"/>
            <a:ext cx="6094730" cy="3954145"/>
          </a:xfrm>
          <a:prstGeom prst="rect">
            <a:avLst/>
          </a:prstGeom>
        </p:spPr>
      </p:pic>
      <p:sp>
        <p:nvSpPr>
          <p:cNvPr id="8" name="テキストボックス 7"/>
          <p:cNvSpPr txBox="1"/>
          <p:nvPr/>
        </p:nvSpPr>
        <p:spPr>
          <a:xfrm>
            <a:off x="405765" y="1325245"/>
            <a:ext cx="2735580" cy="587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ja-JP" altLang="en-US" sz="2400"/>
              <a:t>難易度：</a:t>
            </a:r>
            <a:r>
              <a:rPr lang="en-US" altLang="ja-JP" sz="2400"/>
              <a:t>NORMAL</a:t>
            </a:r>
            <a:endParaRPr lang="en-US" altLang="ja-JP" sz="2400"/>
          </a:p>
        </p:txBody>
      </p:sp>
      <p:sp>
        <p:nvSpPr>
          <p:cNvPr id="7" name="テキストボックス 6"/>
          <p:cNvSpPr txBox="1"/>
          <p:nvPr/>
        </p:nvSpPr>
        <p:spPr>
          <a:xfrm>
            <a:off x="6858000" y="1406525"/>
            <a:ext cx="489331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2400"/>
              <a:t>・マグマ（赤丸）</a:t>
            </a:r>
            <a:endParaRPr lang="ja-JP" altLang="en-US" sz="2400"/>
          </a:p>
          <a:p>
            <a:r>
              <a:rPr lang="ja-JP" altLang="en-US" sz="2400"/>
              <a:t>　危険地帯。乗っている間は</a:t>
            </a:r>
            <a:r>
              <a:rPr lang="en-US" altLang="ja-JP" sz="2400"/>
              <a:t>HP</a:t>
            </a:r>
            <a:r>
              <a:rPr lang="ja-JP" altLang="en-US" sz="2400"/>
              <a:t>とスコアが減り続ける。</a:t>
            </a:r>
            <a:endParaRPr lang="ja-JP" altLang="en-US" sz="2400"/>
          </a:p>
          <a:p>
            <a:endParaRPr lang="ja-JP" altLang="en-US" sz="2400"/>
          </a:p>
          <a:p>
            <a:r>
              <a:rPr lang="ja-JP" altLang="en-US" sz="2400"/>
              <a:t>・氷の床（</a:t>
            </a:r>
            <a:r>
              <a:rPr lang="ja-JP" altLang="en-US" sz="2400"/>
              <a:t>水色丸）</a:t>
            </a:r>
            <a:endParaRPr lang="ja-JP" altLang="en-US" sz="2400"/>
          </a:p>
          <a:p>
            <a:r>
              <a:rPr lang="ja-JP" altLang="en-US" sz="2400"/>
              <a:t>　滑る床。乗ると移動速度が上昇し、逃げ足が速くなる。</a:t>
            </a:r>
            <a:endParaRPr lang="ja-JP" altLang="en-US" sz="2400"/>
          </a:p>
          <a:p>
            <a:endParaRPr lang="ja-JP" altLang="en-US" sz="2400"/>
          </a:p>
          <a:p>
            <a:r>
              <a:rPr lang="ja-JP" altLang="en-US" sz="2400"/>
              <a:t>・無敵ゾーン（白四角）</a:t>
            </a:r>
            <a:endParaRPr lang="ja-JP" altLang="en-US" sz="2400"/>
          </a:p>
          <a:p>
            <a:r>
              <a:rPr lang="ja-JP" altLang="en-US" sz="2400"/>
              <a:t>　お助けエリア。触れると一定時間、敵やマグマのダメージを無効化</a:t>
            </a:r>
            <a:endParaRPr lang="ja-JP" altLang="en-US" sz="2400"/>
          </a:p>
          <a:p>
            <a:endParaRPr lang="ja-JP" altLang="en-US" sz="2400"/>
          </a:p>
        </p:txBody>
      </p:sp>
      <p:cxnSp>
        <p:nvCxnSpPr>
          <p:cNvPr id="15" name="直線矢印コネクタ 14"/>
          <p:cNvCxnSpPr/>
          <p:nvPr/>
        </p:nvCxnSpPr>
        <p:spPr>
          <a:xfrm flipH="1">
            <a:off x="4841875" y="3075305"/>
            <a:ext cx="2149475" cy="72644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 flipH="1">
            <a:off x="4688205" y="1600835"/>
            <a:ext cx="2292985" cy="1320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flipH="1">
            <a:off x="5281930" y="4528820"/>
            <a:ext cx="1709420" cy="9721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/>
          <p:cNvSpPr txBox="1"/>
          <p:nvPr/>
        </p:nvSpPr>
        <p:spPr>
          <a:xfrm>
            <a:off x="405635" y="284792"/>
            <a:ext cx="30130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マップの概要</a:t>
            </a:r>
            <a:endParaRPr kumimoji="1" lang="ja-JP" altLang="en-US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5" name="図形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2179320"/>
            <a:ext cx="5718810" cy="3688080"/>
          </a:xfrm>
          <a:prstGeom prst="rect">
            <a:avLst/>
          </a:prstGeom>
        </p:spPr>
      </p:pic>
      <p:sp>
        <p:nvSpPr>
          <p:cNvPr id="9" name="テキストボックス 8"/>
          <p:cNvSpPr txBox="1"/>
          <p:nvPr/>
        </p:nvSpPr>
        <p:spPr>
          <a:xfrm>
            <a:off x="504190" y="1404620"/>
            <a:ext cx="2662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2400"/>
              <a:t>難易度：</a:t>
            </a:r>
            <a:r>
              <a:rPr lang="en-US" altLang="ja-JP" sz="2400"/>
              <a:t>HARD</a:t>
            </a:r>
            <a:endParaRPr lang="en-US" altLang="ja-JP" sz="2400"/>
          </a:p>
        </p:txBody>
      </p:sp>
      <p:sp>
        <p:nvSpPr>
          <p:cNvPr id="7" name="テキストボックス 6"/>
          <p:cNvSpPr txBox="1"/>
          <p:nvPr/>
        </p:nvSpPr>
        <p:spPr>
          <a:xfrm>
            <a:off x="6623050" y="1324610"/>
            <a:ext cx="484187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2400"/>
              <a:t>・蜘蛛の巣</a:t>
            </a:r>
            <a:endParaRPr lang="ja-JP" altLang="en-US" sz="2400"/>
          </a:p>
          <a:p>
            <a:r>
              <a:rPr lang="ja-JP" altLang="en-US" sz="2400"/>
              <a:t>　捕まると完全に足止め。「方向キー ＋ スペースキー4回連打」で脱出！</a:t>
            </a:r>
            <a:endParaRPr lang="ja-JP" altLang="en-US" sz="2400"/>
          </a:p>
          <a:p>
            <a:endParaRPr lang="ja-JP" altLang="en-US" sz="2400"/>
          </a:p>
          <a:p>
            <a:r>
              <a:rPr lang="ja-JP" altLang="en-US" sz="2400"/>
              <a:t>・水たまり（青丸）</a:t>
            </a:r>
            <a:endParaRPr lang="ja-JP" altLang="en-US" sz="2400"/>
          </a:p>
          <a:p>
            <a:r>
              <a:rPr lang="ja-JP" altLang="en-US" sz="2400"/>
              <a:t>　泥沼エリア。足を取られて移動速度が大幅にダウン。</a:t>
            </a:r>
            <a:endParaRPr lang="ja-JP" altLang="en-US" sz="2400"/>
          </a:p>
          <a:p>
            <a:endParaRPr lang="ja-JP" altLang="en-US" sz="2400"/>
          </a:p>
          <a:p>
            <a:r>
              <a:rPr lang="ja-JP" altLang="en-US" sz="2400"/>
              <a:t>・開閉ゲート</a:t>
            </a:r>
            <a:endParaRPr lang="ja-JP" altLang="en-US" sz="2400"/>
          </a:p>
          <a:p>
            <a:r>
              <a:rPr lang="ja-JP" altLang="en-US" sz="2400"/>
              <a:t>　一定間隔で開け閉めを繰り返す壁。タイミングが命。</a:t>
            </a:r>
            <a:endParaRPr lang="ja-JP" altLang="en-US" sz="2400"/>
          </a:p>
          <a:p>
            <a:r>
              <a:rPr lang="ja-JP" altLang="en-US" sz="2400"/>
              <a:t>（緑：通過可能、赤：通過不可）</a:t>
            </a:r>
            <a:endParaRPr lang="ja-JP" altLang="en-US" sz="2400"/>
          </a:p>
        </p:txBody>
      </p:sp>
      <p:cxnSp>
        <p:nvCxnSpPr>
          <p:cNvPr id="10" name="直線矢印コネクタ 9"/>
          <p:cNvCxnSpPr/>
          <p:nvPr/>
        </p:nvCxnSpPr>
        <p:spPr>
          <a:xfrm flipH="1">
            <a:off x="4166235" y="1560195"/>
            <a:ext cx="2589530" cy="10953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H="1">
            <a:off x="3715385" y="3351530"/>
            <a:ext cx="3060700" cy="204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H="1" flipV="1">
            <a:off x="4810760" y="4364990"/>
            <a:ext cx="1986280" cy="47053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WPS Slides</Application>
  <PresentationFormat>ワイド画面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ＭＳ Ｐゴシック</vt:lpstr>
      <vt:lpstr>Wingdings</vt:lpstr>
      <vt:lpstr>HGPｺﾞｼｯｸE</vt:lpstr>
      <vt:lpstr>BIZ UDPゴシック</vt:lpstr>
      <vt:lpstr>游ゴシック</vt:lpstr>
      <vt:lpstr>Microsoft YaHei</vt:lpstr>
      <vt:lpstr>ＭＳ Ｐゴシック</vt:lpstr>
      <vt:lpstr>Arial Unicode MS</vt:lpstr>
      <vt:lpstr>游ゴシック Light</vt:lpstr>
      <vt:lpstr>Calibri</vt:lpstr>
      <vt:lpstr>Office テーマ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NOMURA Yuki</dc:creator>
  <cp:lastModifiedBy>水筒</cp:lastModifiedBy>
  <cp:revision>2</cp:revision>
  <dcterms:created xsi:type="dcterms:W3CDTF">2026-07-22T02:33:00Z</dcterms:created>
  <dcterms:modified xsi:type="dcterms:W3CDTF">2026-07-23T22:24:52Z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7E6D4620DD854F6EA591418B4EA2C58D_12</vt:lpwstr>
  </property>
  <property fmtid="{D5CDD505-2E9C-101B-9397-08002B2CF9AE}" pid="3" name="KSOProductBuildVer">
    <vt:lpwstr>1041-12.1.0.27458</vt:lpwstr>
  </property>
</Properties>
</file>